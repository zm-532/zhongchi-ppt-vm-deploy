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053" r:id="rId2"/>
    <p:sldId id="2861" r:id="rId3"/>
  </p:sldIdLst>
  <p:sldSz cx="11522075" cy="6480175"/>
  <p:notesSz cx="6797675" cy="9926638"/>
  <p:custDataLst>
    <p:tags r:id="rId6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BAA403-AC97-4EF6-A78F-2AE45B316E2E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894E5B-FB02-4862-83DE-3046D151FCFF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2026/5/26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尾页</a:t>
            </a:r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尾页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92163" y="6005513"/>
            <a:ext cx="2592388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350" y="6005513"/>
            <a:ext cx="3889375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4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>
              <a:defRPr sz="11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CCABE6-6732-4ACA-8D43-943F4C4C37C1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210393" y="3795735"/>
            <a:ext cx="3062581" cy="399775"/>
          </a:xfrm>
          <a:prstGeom prst="rect">
            <a:avLst/>
          </a:prstGeom>
          <a:noFill/>
        </p:spPr>
        <p:txBody>
          <a:bodyPr wrap="square" lIns="91426" tIns="45713" rIns="91426" bIns="45713" rtlCol="0">
            <a:spAutoFit/>
          </a:bodyPr>
          <a:lstStyle/>
          <a:p>
            <a:pPr algn="dist"/>
            <a:r>
              <a:rPr kumimoji="1" lang="zh-CN" altLang="en-US" sz="1998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让世界更安静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00565" y="2547069"/>
            <a:ext cx="5321544" cy="769299"/>
          </a:xfrm>
          <a:prstGeom prst="rect">
            <a:avLst/>
          </a:prstGeom>
          <a:noFill/>
        </p:spPr>
        <p:txBody>
          <a:bodyPr wrap="square" lIns="91426" tIns="45713" rIns="91426" bIns="45713" rtlCol="0">
            <a:spAutoFit/>
          </a:bodyPr>
          <a:lstStyle/>
          <a:p>
            <a:pPr algn="ctr"/>
            <a:r>
              <a:rPr lang="zh-CN" altLang="en-US" sz="4399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请各位领导专家指正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53386" r="52011" b="-1"/>
          <a:stretch>
            <a:fillRect/>
          </a:stretch>
        </p:blipFill>
        <p:spPr bwMode="auto">
          <a:xfrm>
            <a:off x="882" y="4774965"/>
            <a:ext cx="11520311" cy="1704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D3400B6C-983D-A4A0-CEB1-748017F2FD14}"/>
              </a:ext>
            </a:extLst>
          </p:cNvPr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C92547A-1A8E-A053-4FB6-1C37E8C26E32}"/>
                </a:ext>
              </a:extLst>
            </p:cNvPr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5FA7792-58E7-CE34-C65E-36F6D5416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13119" y="496"/>
            <a:ext cx="6417598" cy="651283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40387" y="496"/>
            <a:ext cx="5277312" cy="6513468"/>
          </a:xfrm>
          <a:prstGeom prst="rect">
            <a:avLst/>
          </a:prstGeom>
          <a:solidFill>
            <a:srgbClr val="0062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4361" y="604288"/>
            <a:ext cx="158916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联系我们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64361" y="1536961"/>
            <a:ext cx="5648730" cy="4185279"/>
            <a:chOff x="730" y="2081"/>
            <a:chExt cx="8897" cy="6592"/>
          </a:xfrm>
        </p:grpSpPr>
        <p:sp>
          <p:nvSpPr>
            <p:cNvPr id="3" name="文本框 2"/>
            <p:cNvSpPr txBox="1"/>
            <p:nvPr/>
          </p:nvSpPr>
          <p:spPr>
            <a:xfrm>
              <a:off x="1746" y="2483"/>
              <a:ext cx="650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eaLnBrk="1">
                <a:lnSpc>
                  <a:spcPct val="150000"/>
                </a:lnSpc>
              </a:pPr>
              <a:r>
                <a:rPr lang="zh-CN" altLang="en-US" sz="1200" kern="20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+86(021)60712256 </a:t>
              </a:r>
              <a:r>
                <a:rPr lang="en-US" altLang="zh-CN" sz="1200" kern="20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zh-CN" altLang="en-US" sz="1200" kern="2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746" y="2081"/>
              <a:ext cx="928" cy="5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600" b="1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电话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746" y="3834"/>
              <a:ext cx="650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eaLnBrk="1">
                <a:lnSpc>
                  <a:spcPct val="150000"/>
                </a:lnSpc>
              </a:pPr>
              <a:r>
                <a:rPr lang="zh-CN" altLang="en-US" sz="1200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zoch@shzoch.com</a:t>
              </a:r>
              <a:r>
                <a:rPr lang="zh-CN" altLang="en-US" sz="1200" kern="20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200" kern="20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zh-CN" altLang="en-US" sz="1200" kern="2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746" y="3496"/>
              <a:ext cx="928" cy="5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600" b="1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邮箱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46" y="5350"/>
              <a:ext cx="676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eaLnBrk="1">
                <a:lnSpc>
                  <a:spcPct val="100000"/>
                </a:lnSpc>
              </a:pPr>
              <a:r>
                <a:rPr lang="zh-CN" altLang="en-US" sz="1200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上海市闵行区申虹路1188弄恒基旭辉中心北区7号楼</a:t>
              </a:r>
              <a:endParaRPr lang="zh-CN" altLang="en-US" sz="1200" kern="2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746" y="4835"/>
              <a:ext cx="928" cy="5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600" b="1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地址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746" y="6702"/>
              <a:ext cx="7881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eaLnBrk="1">
                <a:lnSpc>
                  <a:spcPct val="100000"/>
                </a:lnSpc>
              </a:pPr>
              <a:r>
                <a:rPr lang="zh-CN" altLang="en-US" sz="1200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上海基地：上海市化学工业区奉贤分区苍工路528号</a:t>
              </a:r>
            </a:p>
            <a:p>
              <a:pPr eaLnBrk="1">
                <a:lnSpc>
                  <a:spcPct val="100000"/>
                </a:lnSpc>
              </a:pPr>
              <a:r>
                <a:rPr lang="zh-CN" altLang="en-US" sz="1200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合肥基地：合肥市庐江县经济开发区中塘路99号</a:t>
              </a:r>
              <a:endParaRPr lang="zh-CN" altLang="en-US" sz="1200" kern="2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746" y="6171"/>
              <a:ext cx="1568" cy="5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600" b="1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生产基地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746" y="8164"/>
              <a:ext cx="60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www.shzoch.com</a:t>
              </a:r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40" y="2081"/>
              <a:ext cx="1006" cy="1006"/>
              <a:chOff x="514" y="2081"/>
              <a:chExt cx="1006" cy="1006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514" y="2081"/>
                <a:ext cx="1006" cy="1006"/>
              </a:xfrm>
              <a:prstGeom prst="ellipse">
                <a:avLst/>
              </a:prstGeom>
              <a:solidFill>
                <a:schemeClr val="bg1">
                  <a:alpha val="1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pic>
            <p:nvPicPr>
              <p:cNvPr id="32" name="图片 31" descr="电话-0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0" y="2343"/>
                <a:ext cx="481" cy="481"/>
              </a:xfrm>
              <a:prstGeom prst="rect">
                <a:avLst/>
              </a:prstGeom>
            </p:spPr>
          </p:pic>
        </p:grpSp>
        <p:grpSp>
          <p:nvGrpSpPr>
            <p:cNvPr id="35" name="组合 34"/>
            <p:cNvGrpSpPr/>
            <p:nvPr/>
          </p:nvGrpSpPr>
          <p:grpSpPr>
            <a:xfrm>
              <a:off x="740" y="6278"/>
              <a:ext cx="1006" cy="1006"/>
              <a:chOff x="514" y="6278"/>
              <a:chExt cx="1006" cy="1006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514" y="6278"/>
                <a:ext cx="1006" cy="1006"/>
              </a:xfrm>
              <a:prstGeom prst="ellipse">
                <a:avLst/>
              </a:prstGeom>
              <a:solidFill>
                <a:schemeClr val="bg1">
                  <a:alpha val="1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pic>
            <p:nvPicPr>
              <p:cNvPr id="34" name="图片 33" descr="网址-0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4" y="6388"/>
                <a:ext cx="785" cy="785"/>
              </a:xfrm>
              <a:prstGeom prst="rect">
                <a:avLst/>
              </a:prstGeom>
            </p:spPr>
          </p:pic>
        </p:grpSp>
        <p:grpSp>
          <p:nvGrpSpPr>
            <p:cNvPr id="38" name="组合 37"/>
            <p:cNvGrpSpPr/>
            <p:nvPr/>
          </p:nvGrpSpPr>
          <p:grpSpPr>
            <a:xfrm>
              <a:off x="740" y="3480"/>
              <a:ext cx="1006" cy="1006"/>
              <a:chOff x="514" y="3480"/>
              <a:chExt cx="1006" cy="1006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514" y="3480"/>
                <a:ext cx="1006" cy="1006"/>
              </a:xfrm>
              <a:prstGeom prst="ellipse">
                <a:avLst/>
              </a:prstGeom>
              <a:solidFill>
                <a:schemeClr val="bg1">
                  <a:alpha val="1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pic>
            <p:nvPicPr>
              <p:cNvPr id="37" name="图片 36" descr="邮箱-0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7" y="3703"/>
                <a:ext cx="560" cy="560"/>
              </a:xfrm>
              <a:prstGeom prst="rect">
                <a:avLst/>
              </a:prstGeom>
            </p:spPr>
          </p:pic>
        </p:grpSp>
        <p:grpSp>
          <p:nvGrpSpPr>
            <p:cNvPr id="40" name="组合 39"/>
            <p:cNvGrpSpPr/>
            <p:nvPr/>
          </p:nvGrpSpPr>
          <p:grpSpPr>
            <a:xfrm>
              <a:off x="740" y="4879"/>
              <a:ext cx="1006" cy="1006"/>
              <a:chOff x="514" y="4879"/>
              <a:chExt cx="1006" cy="1006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514" y="4879"/>
                <a:ext cx="1006" cy="1006"/>
              </a:xfrm>
              <a:prstGeom prst="ellipse">
                <a:avLst/>
              </a:prstGeom>
              <a:solidFill>
                <a:schemeClr val="bg1">
                  <a:alpha val="1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pic>
            <p:nvPicPr>
              <p:cNvPr id="39" name="图片 38" descr="地址2-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" y="5053"/>
                <a:ext cx="658" cy="658"/>
              </a:xfrm>
              <a:prstGeom prst="rect">
                <a:avLst/>
              </a:prstGeom>
            </p:spPr>
          </p:pic>
        </p:grpSp>
        <p:sp>
          <p:nvSpPr>
            <p:cNvPr id="46" name="文本框 45"/>
            <p:cNvSpPr txBox="1"/>
            <p:nvPr/>
          </p:nvSpPr>
          <p:spPr>
            <a:xfrm>
              <a:off x="1746" y="7667"/>
              <a:ext cx="928" cy="53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600" b="1" kern="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网址</a:t>
              </a: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730" y="7667"/>
              <a:ext cx="1006" cy="1006"/>
              <a:chOff x="504" y="7667"/>
              <a:chExt cx="1006" cy="1006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504" y="7667"/>
                <a:ext cx="1006" cy="1006"/>
              </a:xfrm>
              <a:prstGeom prst="ellipse">
                <a:avLst/>
              </a:prstGeom>
              <a:solidFill>
                <a:schemeClr val="bg1">
                  <a:alpha val="1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pic>
            <p:nvPicPr>
              <p:cNvPr id="47" name="图片 46" descr="网址-0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" y="7825"/>
                <a:ext cx="690" cy="690"/>
              </a:xfrm>
              <a:prstGeom prst="rect">
                <a:avLst/>
              </a:prstGeom>
            </p:spPr>
          </p:pic>
        </p:grpSp>
      </p:grpSp>
      <p:cxnSp>
        <p:nvCxnSpPr>
          <p:cNvPr id="50" name="直接连接符 49"/>
          <p:cNvCxnSpPr/>
          <p:nvPr/>
        </p:nvCxnSpPr>
        <p:spPr>
          <a:xfrm>
            <a:off x="540550" y="1136337"/>
            <a:ext cx="4696376" cy="0"/>
          </a:xfrm>
          <a:prstGeom prst="line">
            <a:avLst/>
          </a:prstGeom>
          <a:ln w="28575" cmpd="sng">
            <a:solidFill>
              <a:srgbClr val="3078BA"/>
            </a:solidFill>
            <a:prstDash val="solid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 descr="图片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9417" y="1792192"/>
            <a:ext cx="3263400" cy="326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82</Words>
  <Application>Microsoft Office PowerPoint</Application>
  <PresentationFormat>自定义</PresentationFormat>
  <Paragraphs>16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Hei Regular</vt:lpstr>
      <vt:lpstr>Heiti SC Medium</vt:lpstr>
      <vt:lpstr>黑体</vt:lpstr>
      <vt:lpstr>微软雅黑</vt:lpstr>
      <vt:lpstr>微软雅黑 Light</vt:lpstr>
      <vt:lpstr>Arial</vt:lpstr>
      <vt:lpstr>Calibri</vt:lpstr>
      <vt:lpstr>Palatino Linotype</vt:lpstr>
      <vt:lpstr>元素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208</cp:revision>
  <cp:lastPrinted>2024-05-27T04:20:00Z</cp:lastPrinted>
  <dcterms:created xsi:type="dcterms:W3CDTF">2024-05-27T04:50:00Z</dcterms:created>
  <dcterms:modified xsi:type="dcterms:W3CDTF">2026-05-26T07:56:11Z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DE9C49FFB710414A91E48644DEB2DA1B_13</vt:lpwstr>
  </property>
</Properties>
</file>