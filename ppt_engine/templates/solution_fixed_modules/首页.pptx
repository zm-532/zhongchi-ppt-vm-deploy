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348" r:id="rId2"/>
  </p:sldIdLst>
  <p:sldSz cx="11522075" cy="6480175"/>
  <p:notesSz cx="6797675" cy="9926638"/>
  <p:custDataLst>
    <p:tags r:id="rId5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BAA403-AC97-4EF6-A78F-2AE45B316E2E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894E5B-FB02-4862-83DE-3046D151FCFF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1" d="100"/>
          <a:sy n="101" d="100"/>
        </p:scale>
        <p:origin x="244" y="64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2026/5/26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封面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260" y="1060529"/>
            <a:ext cx="8641556" cy="2256061"/>
          </a:xfrm>
        </p:spPr>
        <p:txBody>
          <a:bodyPr anchor="b"/>
          <a:lstStyle>
            <a:lvl1pPr algn="ctr">
              <a:defRPr sz="57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260" y="3403592"/>
            <a:ext cx="8641556" cy="1564542"/>
          </a:xfrm>
        </p:spPr>
        <p:txBody>
          <a:bodyPr/>
          <a:lstStyle>
            <a:lvl1pPr marL="0" indent="0" algn="ctr">
              <a:buNone/>
              <a:defRPr sz="2300"/>
            </a:lvl1pPr>
            <a:lvl2pPr marL="431800" indent="0" algn="ctr">
              <a:buNone/>
              <a:defRPr sz="1900"/>
            </a:lvl2pPr>
            <a:lvl3pPr marL="864235" indent="0" algn="ctr">
              <a:buNone/>
              <a:defRPr sz="1700"/>
            </a:lvl3pPr>
            <a:lvl4pPr marL="1296035" indent="0" algn="ctr">
              <a:buNone/>
              <a:defRPr sz="1500"/>
            </a:lvl4pPr>
            <a:lvl5pPr marL="1727835" indent="0" algn="ctr">
              <a:buNone/>
              <a:defRPr sz="1500"/>
            </a:lvl5pPr>
            <a:lvl6pPr marL="2160270" indent="0" algn="ctr">
              <a:buNone/>
              <a:defRPr sz="1500"/>
            </a:lvl6pPr>
            <a:lvl7pPr marL="2592070" indent="0" algn="ctr">
              <a:buNone/>
              <a:defRPr sz="1500"/>
            </a:lvl7pPr>
            <a:lvl8pPr marL="3023870" indent="0" algn="ctr">
              <a:buNone/>
              <a:defRPr sz="1500"/>
            </a:lvl8pPr>
            <a:lvl9pPr marL="3456305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92163" y="6005513"/>
            <a:ext cx="2592388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350" y="6005513"/>
            <a:ext cx="3889375" cy="346075"/>
          </a:xfrm>
          <a:prstGeom prst="rect">
            <a:avLst/>
          </a:prstGeom>
        </p:spPr>
        <p:txBody>
          <a:bodyPr lIns="91440" tIns="45720" rIns="91440" bIns="45720"/>
          <a:lstStyle>
            <a:lvl1pPr eaLnBrk="1" fontAlgn="auto" hangingPunct="1">
              <a:defRPr kumimoji="1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7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4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>
              <a:defRPr sz="11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9ED699-FFE9-4114-8C70-A9205C654E2F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21"/>
          <p:cNvCxnSpPr/>
          <p:nvPr/>
        </p:nvCxnSpPr>
        <p:spPr>
          <a:xfrm>
            <a:off x="1858665" y="3985711"/>
            <a:ext cx="7934623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53386" r="52011" b="-1"/>
          <a:stretch>
            <a:fillRect/>
          </a:stretch>
        </p:blipFill>
        <p:spPr bwMode="auto">
          <a:xfrm>
            <a:off x="883" y="4774965"/>
            <a:ext cx="11520311" cy="1704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057ABA-2C62-3980-A7D2-0592D5400031}"/>
              </a:ext>
            </a:extLst>
          </p:cNvPr>
          <p:cNvSpPr/>
          <p:nvPr/>
        </p:nvSpPr>
        <p:spPr>
          <a:xfrm>
            <a:off x="1656752" y="2962437"/>
            <a:ext cx="8335009" cy="63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声屏障解决方案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343F64-197A-71CA-2376-017AC9055495}"/>
              </a:ext>
            </a:extLst>
          </p:cNvPr>
          <p:cNvSpPr txBox="1"/>
          <p:nvPr/>
        </p:nvSpPr>
        <p:spPr>
          <a:xfrm>
            <a:off x="1728771" y="2356842"/>
            <a:ext cx="80645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0" dirty="0">
                <a:solidFill>
                  <a:srgbClr val="1F2937"/>
                </a:solidFill>
                <a:latin typeface="Microsoft YaHei"/>
              </a:rPr>
              <a:t>{{</a:t>
            </a:r>
            <a:r>
              <a:rPr lang="en-US" altLang="zh-CN" sz="3200" b="0" dirty="0" err="1">
                <a:solidFill>
                  <a:srgbClr val="1F2937"/>
                </a:solidFill>
                <a:latin typeface="Microsoft YaHei"/>
              </a:rPr>
              <a:t>project_name</a:t>
            </a:r>
            <a:r>
              <a:rPr lang="en-US" altLang="zh-CN" sz="3200" b="0" dirty="0">
                <a:solidFill>
                  <a:srgbClr val="1F2937"/>
                </a:solidFill>
                <a:latin typeface="Microsoft YaHei"/>
              </a:rPr>
              <a:t>}}</a:t>
            </a:r>
            <a:endParaRPr lang="zh-CN" altLang="en-US" sz="28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F1BB8CB-D51A-5638-A396-B5179A2A8294}"/>
              </a:ext>
            </a:extLst>
          </p:cNvPr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51E5482-9E1C-037D-3B70-425DAA6EFE7D}"/>
                </a:ext>
              </a:extLst>
            </p:cNvPr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A7E51AE8-93C1-760A-9646-76C900E60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</Words>
  <Application>Microsoft Office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Hei Regular</vt:lpstr>
      <vt:lpstr>Heiti SC Medium</vt:lpstr>
      <vt:lpstr>黑体</vt:lpstr>
      <vt:lpstr>Microsoft YaHei</vt:lpstr>
      <vt:lpstr>微软雅黑 Light</vt:lpstr>
      <vt:lpstr>Arial</vt:lpstr>
      <vt:lpstr>Calibri</vt:lpstr>
      <vt:lpstr>Palatino Linotype</vt:lpstr>
      <vt:lpstr>元素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208</cp:revision>
  <cp:lastPrinted>2024-05-27T04:20:00Z</cp:lastPrinted>
  <dcterms:created xsi:type="dcterms:W3CDTF">2024-05-27T04:50:00Z</dcterms:created>
  <dcterms:modified xsi:type="dcterms:W3CDTF">2026-05-26T07:52:46Z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DE9C49FFB710414A91E48644DEB2DA1B_13</vt:lpwstr>
  </property>
</Properties>
</file>