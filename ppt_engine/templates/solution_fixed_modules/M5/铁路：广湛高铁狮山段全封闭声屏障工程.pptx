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3"/>
  </p:sldIdLst>
  <p:sldSz cx="11522075" cy="6480175"/>
  <p:notesSz cx="6797675" cy="9926320"/>
  <p:custDataLst>
    <p:tags r:id="rId10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gs" Target="tags/tag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/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4255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7" name="矩形 6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  <p:sp>
        <p:nvSpPr>
          <p:cNvPr id="4" name="矩形 3"/>
          <p:cNvSpPr/>
          <p:nvPr/>
        </p:nvSpPr>
        <p:spPr>
          <a:xfrm>
            <a:off x="1800225" y="5328285"/>
            <a:ext cx="7404100" cy="387985"/>
          </a:xfrm>
          <a:prstGeom prst="rect">
            <a:avLst/>
          </a:prstGeom>
        </p:spPr>
        <p:txBody>
          <a:bodyPr wrap="square">
            <a:noAutofit/>
          </a:bodyPr>
          <a:p>
            <a:pPr marL="0" marR="0" lvl="0" indent="0" algn="ctr" defTabSz="431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广湛高铁狮山段全封闭声屏障工程</a:t>
            </a:r>
            <a:endParaRPr sz="1800" b="1" dirty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" y="1296035"/>
            <a:ext cx="4977130" cy="33394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865" y="1313815"/>
            <a:ext cx="5106035" cy="340741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WPS 演示</Application>
  <PresentationFormat>自定义</PresentationFormat>
  <Paragraphs>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Heiti SC Medium</vt:lpstr>
      <vt:lpstr>微软雅黑</vt:lpstr>
      <vt:lpstr>Arial Unicode MS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207</cp:revision>
  <cp:lastPrinted>2024-05-27T04:20:00Z</cp:lastPrinted>
  <dcterms:created xsi:type="dcterms:W3CDTF">2024-05-27T04:50:00Z</dcterms:created>
  <dcterms:modified xsi:type="dcterms:W3CDTF">2026-06-22T08:20:32Z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DE9C49FFB710414A91E48644DEB2DA1B_13</vt:lpwstr>
  </property>
</Properties>
</file>