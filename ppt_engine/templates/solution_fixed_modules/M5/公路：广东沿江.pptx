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886" r:id="rId3"/>
  </p:sldIdLst>
  <p:sldSz cx="11522075" cy="6480175"/>
  <p:notesSz cx="6797675" cy="9926320"/>
  <p:custDataLst>
    <p:tags r:id="rId10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9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gs" Target="tags/tag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一张大图片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image" Target="../media/image4.png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  <a:endParaRPr lang="zh-CN" altLang="zh-CN" dirty="0"/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  <a:endParaRPr lang="zh-CN" altLang="zh-CN" dirty="0"/>
          </a:p>
          <a:p>
            <a:pPr lvl="1"/>
            <a:r>
              <a:rPr lang="zh-CN" altLang="zh-CN" dirty="0"/>
              <a:t>正文级别 2</a:t>
            </a:r>
            <a:endParaRPr lang="zh-CN" altLang="zh-CN" dirty="0"/>
          </a:p>
          <a:p>
            <a:pPr lvl="2"/>
            <a:r>
              <a:rPr lang="zh-CN" altLang="zh-CN" dirty="0"/>
              <a:t>正文级别 3</a:t>
            </a:r>
            <a:endParaRPr lang="zh-CN" altLang="zh-CN" dirty="0"/>
          </a:p>
          <a:p>
            <a:pPr lvl="3"/>
            <a:r>
              <a:rPr lang="zh-CN" altLang="zh-CN" dirty="0"/>
              <a:t>正文级别 4</a:t>
            </a:r>
            <a:endParaRPr lang="zh-CN" altLang="zh-CN" dirty="0"/>
          </a:p>
          <a:p>
            <a:pPr lvl="4"/>
            <a:r>
              <a:rPr lang="zh-CN" altLang="zh-CN" dirty="0"/>
              <a:t>正文级别 5</a:t>
            </a:r>
            <a:endParaRPr lang="zh-CN" altLang="zh-CN" dirty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3"/>
          <p:cNvSpPr txBox="1"/>
          <p:nvPr/>
        </p:nvSpPr>
        <p:spPr>
          <a:xfrm>
            <a:off x="407666" y="5876336"/>
            <a:ext cx="6018463" cy="299826"/>
          </a:xfrm>
          <a:prstGeom prst="rect">
            <a:avLst/>
          </a:prstGeom>
          <a:ln w="12700">
            <a:miter lim="400000"/>
          </a:ln>
        </p:spPr>
        <p:txBody>
          <a:bodyPr wrap="square" lIns="48369" rIns="48369">
            <a:spAutoFit/>
          </a:bodyPr>
          <a:lstStyle/>
          <a:p>
            <a:pPr defTabSz="1024255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5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  <a:endParaRPr lang="zh-CN" altLang="en-US" sz="2400" b="1" spc="159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7" name="矩形 6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  <p:sp>
        <p:nvSpPr>
          <p:cNvPr id="15" name="矩形 14"/>
          <p:cNvSpPr/>
          <p:nvPr/>
        </p:nvSpPr>
        <p:spPr>
          <a:xfrm>
            <a:off x="2016760" y="5688330"/>
            <a:ext cx="7403879" cy="645160"/>
          </a:xfrm>
          <a:prstGeom prst="rect">
            <a:avLst/>
          </a:prstGeom>
        </p:spPr>
        <p:txBody>
          <a:bodyPr wrap="square">
            <a:noAutofit/>
          </a:bodyPr>
          <a:p>
            <a:pPr marL="0" marR="0" lvl="0" indent="0" algn="ctr" defTabSz="431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8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广深沿江高速二期声屏障项目</a:t>
            </a:r>
            <a:endParaRPr lang="zh-CN" altLang="en-US" sz="1800" b="1" dirty="0">
              <a:solidFill>
                <a:schemeClr val="accent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rcRect l="8185" t="26356" r="26351" b="4439"/>
          <a:stretch>
            <a:fillRect/>
          </a:stretch>
        </p:blipFill>
        <p:spPr>
          <a:xfrm>
            <a:off x="648335" y="1584325"/>
            <a:ext cx="4968875" cy="324040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010" y="1584325"/>
            <a:ext cx="4860290" cy="3240405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1152525" y="4968240"/>
            <a:ext cx="9132570" cy="720090"/>
          </a:xfrm>
          <a:prstGeom prst="rect">
            <a:avLst/>
          </a:prstGeom>
        </p:spPr>
        <p:txBody>
          <a:bodyPr wrap="square">
            <a:noAutofit/>
          </a:bodyPr>
          <a:p>
            <a:pPr marR="0" lvl="0" indent="457200" algn="l" defTabSz="431800" rtl="0" ea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广深沿江高速声屏障项目：全封闭声屏障采用大面幅透明式屏体设计，屏体整体透光率</a:t>
            </a:r>
            <a:r>
              <a:rPr lang="en-US" altLang="zh-CN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≥90%</a:t>
            </a: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，透明结构覆盖全封闭段顶部及侧墙主体，实现封闭空间内优异的自然采光性能。</a:t>
            </a:r>
            <a:endParaRPr lang="zh-CN" altLang="en-US" sz="14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  <p:transition spd="med"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</Words>
  <Application>WPS 演示</Application>
  <PresentationFormat>自定义</PresentationFormat>
  <Paragraphs>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宋体</vt:lpstr>
      <vt:lpstr>Wingdings</vt:lpstr>
      <vt:lpstr>Palatino Linotype</vt:lpstr>
      <vt:lpstr>等线</vt:lpstr>
      <vt:lpstr>黑体</vt:lpstr>
      <vt:lpstr>Calibri</vt:lpstr>
      <vt:lpstr>Hei Regular</vt:lpstr>
      <vt:lpstr>Heiti SC Medium</vt:lpstr>
      <vt:lpstr>Calibri</vt:lpstr>
      <vt:lpstr>Arial</vt:lpstr>
      <vt:lpstr>微软雅黑 Light</vt:lpstr>
      <vt:lpstr>Heiti SC Medium</vt:lpstr>
      <vt:lpstr>微软雅黑</vt:lpstr>
      <vt:lpstr>Arial Unicode MS</vt:lpstr>
      <vt:lpstr>元素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205</cp:revision>
  <cp:lastPrinted>2024-05-27T04:20:00Z</cp:lastPrinted>
  <dcterms:created xsi:type="dcterms:W3CDTF">2024-05-27T04:50:00Z</dcterms:created>
  <dcterms:modified xsi:type="dcterms:W3CDTF">2026-06-22T08:08:28Z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2052-12.8.2.18205</vt:lpwstr>
  </property>
  <property fmtid="{D5CDD505-2E9C-101B-9397-08002B2CF9AE}" pid="3" name="ICV">
    <vt:lpwstr>DE9C49FFB710414A91E48644DEB2DA1B_13</vt:lpwstr>
  </property>
</Properties>
</file>