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86" r:id="rId3"/>
  </p:sldIdLst>
  <p:sldSz cx="11522075" cy="6480175"/>
  <p:notesSz cx="6797675" cy="9926320"/>
  <p:custDataLst>
    <p:tags r:id="rId10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/>
    <p:restoredTop sz="88943" autoAdjust="0"/>
  </p:normalViewPr>
  <p:slideViewPr>
    <p:cSldViewPr snapToObjects="1" showGuides="1">
      <p:cViewPr varScale="1">
        <p:scale>
          <a:sx n="103" d="100"/>
          <a:sy n="103" d="100"/>
        </p:scale>
        <p:origin x="168" y="9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一张大图片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4.pn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  <a:endParaRPr lang="zh-CN" altLang="zh-CN" dirty="0"/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  <a:endParaRPr lang="zh-CN" altLang="zh-CN" dirty="0"/>
          </a:p>
          <a:p>
            <a:pPr lvl="1"/>
            <a:r>
              <a:rPr lang="zh-CN" altLang="zh-CN" dirty="0"/>
              <a:t>正文级别 2</a:t>
            </a:r>
            <a:endParaRPr lang="zh-CN" altLang="zh-CN" dirty="0"/>
          </a:p>
          <a:p>
            <a:pPr lvl="2"/>
            <a:r>
              <a:rPr lang="zh-CN" altLang="zh-CN" dirty="0"/>
              <a:t>正文级别 3</a:t>
            </a:r>
            <a:endParaRPr lang="zh-CN" altLang="zh-CN" dirty="0"/>
          </a:p>
          <a:p>
            <a:pPr lvl="3"/>
            <a:r>
              <a:rPr lang="zh-CN" altLang="zh-CN" dirty="0"/>
              <a:t>正文级别 4</a:t>
            </a:r>
            <a:endParaRPr lang="zh-CN" altLang="zh-CN" dirty="0"/>
          </a:p>
          <a:p>
            <a:pPr lvl="4"/>
            <a:r>
              <a:rPr lang="zh-CN" altLang="zh-CN" dirty="0"/>
              <a:t>正文级别 5</a:t>
            </a:r>
            <a:endParaRPr lang="zh-CN" altLang="zh-CN"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3"/>
          <p:cNvSpPr txBox="1"/>
          <p:nvPr/>
        </p:nvSpPr>
        <p:spPr>
          <a:xfrm>
            <a:off x="407666" y="5876336"/>
            <a:ext cx="6018463" cy="299826"/>
          </a:xfrm>
          <a:prstGeom prst="rect">
            <a:avLst/>
          </a:prstGeom>
          <a:ln w="12700">
            <a:miter lim="400000"/>
          </a:ln>
        </p:spPr>
        <p:txBody>
          <a:bodyPr wrap="square" lIns="48369" rIns="48369">
            <a:spAutoFit/>
          </a:bodyPr>
          <a:lstStyle/>
          <a:p>
            <a:pPr defTabSz="1024255">
              <a:lnSpc>
                <a:spcPct val="170000"/>
              </a:lnSpc>
              <a:defRPr sz="160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Heiti SC Medium" panose="02000000000000000000" charset="-122"/>
              </a:defRPr>
            </a:pPr>
            <a:endParaRPr lang="en-US" altLang="zh-CN" sz="95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839" y="332956"/>
            <a:ext cx="4850510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spc="159" dirty="0">
                <a:solidFill>
                  <a:srgbClr val="0064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项目案例</a:t>
            </a:r>
            <a:endParaRPr lang="zh-CN" altLang="en-US" sz="2400" b="1" spc="159" dirty="0">
              <a:solidFill>
                <a:srgbClr val="0064A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577302" y="215877"/>
            <a:ext cx="1695878" cy="706616"/>
            <a:chOff x="9577302" y="1165376"/>
            <a:chExt cx="1695878" cy="706616"/>
          </a:xfrm>
        </p:grpSpPr>
        <p:sp>
          <p:nvSpPr>
            <p:cNvPr id="7" name="矩形 6"/>
            <p:cNvSpPr/>
            <p:nvPr/>
          </p:nvSpPr>
          <p:spPr>
            <a:xfrm>
              <a:off x="9721312" y="1295952"/>
              <a:ext cx="1440100" cy="4320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7302" y="1165376"/>
              <a:ext cx="1695878" cy="706616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/>
        </p:nvSpPr>
        <p:spPr>
          <a:xfrm>
            <a:off x="2016760" y="5688330"/>
            <a:ext cx="7403879" cy="645160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indent="0" algn="ctr" defTabSz="431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广深沿江高速二期声屏障项目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8185" t="26356" r="26351" b="4439"/>
          <a:stretch>
            <a:fillRect/>
          </a:stretch>
        </p:blipFill>
        <p:spPr>
          <a:xfrm>
            <a:off x="648335" y="1584325"/>
            <a:ext cx="4968875" cy="32404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010" y="1584325"/>
            <a:ext cx="4860290" cy="324040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152525" y="4968240"/>
            <a:ext cx="9132570" cy="720090"/>
          </a:xfrm>
          <a:prstGeom prst="rect">
            <a:avLst/>
          </a:prstGeom>
        </p:spPr>
        <p:txBody>
          <a:bodyPr wrap="square">
            <a:noAutofit/>
          </a:bodyPr>
          <a:p>
            <a:pPr marR="0" lvl="0" indent="457200" algn="l" defTabSz="431800" rtl="0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广深沿江高速声屏障项目：全封闭声屏障采用大面幅透明式屏体设计，屏体整体透光率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≥90%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，透明结构覆盖全封闭段顶部及侧墙主体，实现封闭空间内优异的自然采光性能。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自定义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Palatino Linotype</vt:lpstr>
      <vt:lpstr>等线</vt:lpstr>
      <vt:lpstr>黑体</vt:lpstr>
      <vt:lpstr>Calibri</vt:lpstr>
      <vt:lpstr>Hei Regular</vt:lpstr>
      <vt:lpstr>Heiti SC Medium</vt:lpstr>
      <vt:lpstr>Calibri</vt:lpstr>
      <vt:lpstr>Arial</vt:lpstr>
      <vt:lpstr>微软雅黑 Light</vt:lpstr>
      <vt:lpstr>Heiti SC Medium</vt:lpstr>
      <vt:lpstr>微软雅黑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206</cp:revision>
  <cp:lastPrinted>2024-05-27T04:20:00Z</cp:lastPrinted>
  <dcterms:created xsi:type="dcterms:W3CDTF">2024-05-27T04:50:00Z</dcterms:created>
  <dcterms:modified xsi:type="dcterms:W3CDTF">2026-06-24T10:00:17Z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F473710D03EF415789EE74B2C6D46B0D_13</vt:lpwstr>
  </property>
</Properties>
</file>