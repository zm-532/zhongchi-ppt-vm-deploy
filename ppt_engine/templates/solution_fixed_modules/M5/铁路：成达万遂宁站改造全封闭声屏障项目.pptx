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886" r:id="rId3"/>
  </p:sldIdLst>
  <p:sldSz cx="11522075" cy="6480175"/>
  <p:notesSz cx="6797675" cy="9926320"/>
  <p:custDataLst>
    <p:tags r:id="rId10"/>
  </p:custDataLst>
  <p:defaultTextStyle>
    <a:defPPr>
      <a:defRPr lang="zh-CN"/>
    </a:defPPr>
    <a:lvl1pPr marL="0" lvl="0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1pPr>
    <a:lvl2pPr marL="457200" lvl="1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2pPr>
    <a:lvl3pPr marL="914400" lvl="2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3pPr>
    <a:lvl4pPr marL="1371600" lvl="3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4pPr>
    <a:lvl5pPr marL="1828800" lvl="4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5pPr>
    <a:lvl6pPr marL="2286000" lvl="5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6pPr>
    <a:lvl7pPr marL="2743200" lvl="6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7pPr>
    <a:lvl8pPr marL="3200400" lvl="7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8pPr>
    <a:lvl9pPr marL="3657600" lvl="8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9pPr>
  </p:defaultTextStyle>
  <p:extLst>
    <p:ext uri="{EFAFB233-063F-42B5-8137-9DF3F51BA10A}">
      <p15:sldGuideLst xmlns:p15="http://schemas.microsoft.com/office/powerpoint/2012/main">
        <p15:guide id="1" orient="horz" pos="2198" userDrawn="1">
          <p15:clr>
            <a:srgbClr val="A4A3A4"/>
          </p15:clr>
        </p15:guide>
        <p15:guide id="2" pos="383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曹萍萍" initials="cpp" lastIdx="1" clrIdx="0"/>
  <p:cmAuthor id="29" name="wefe" initials="w" lastIdx="0" clrIdx="28"/>
  <p:cmAuthor id="1" name="幸全" initials="幸全" lastIdx="1" clrIdx="0"/>
  <p:cmAuthor id="30" name="ushop" initials="u" lastIdx="0" clrIdx="29"/>
  <p:cmAuthor id="2" name="作者" initials="A" lastIdx="0" clrIdx="1"/>
  <p:cmAuthor id="31" name="admin" initials="a" lastIdx="0" clrIdx="30"/>
  <p:cmAuthor id="3" name="u3265" initials="u" lastIdx="2" clrIdx="2"/>
  <p:cmAuthor id="4" name="fuziyi" initials="f" lastIdx="1" clrIdx="3"/>
  <p:cmAuthor id="5" name="肖卫杰" initials="肖" lastIdx="10" clrIdx="0"/>
  <p:cmAuthor id="6" name="alj2016" initials="a" lastIdx="1" clrIdx="5"/>
  <p:cmAuthor id="8" name="fangyonghua" initials="f" lastIdx="1" clrIdx="7"/>
  <p:cmAuthor id="9" name="张娜_J7jynmI3" initials="authorId_2328097559" lastIdx="0" clrIdx="8"/>
  <p:cmAuthor id="10" name="zhanghongtao" initials="z" lastIdx="0" clrIdx="9"/>
  <p:cmAuthor id="11" name="840456548" initials="8" lastIdx="0" clrIdx="10"/>
  <p:cmAuthor id="12" name="裔蕾" initials="裔蕾" lastIdx="0" clrIdx="11"/>
  <p:cmAuthor id="13" name="龚挺" initials="龚挺" lastIdx="0" clrIdx="12"/>
  <p:cmAuthor id="14" name="soonersxb" initials="s" lastIdx="0" clrIdx="13"/>
  <p:cmAuthor id="15" name="wangdan" initials="王丹" lastIdx="0" clrIdx="14"/>
  <p:cmAuthor id="16" name="1206988966@qq.com" initials="1" lastIdx="0" clrIdx="15"/>
  <p:cmAuthor id="17" name="姜伟光" initials="姜" lastIdx="0" clrIdx="16"/>
  <p:cmAuthor id="18" name="lenovo" initials="l" lastIdx="0" clrIdx="17"/>
  <p:cmAuthor id="19" name="Administrator" initials="A" lastIdx="0" clrIdx="18"/>
  <p:cmAuthor id="20" name="宋洁然" initials="宋" lastIdx="0" clrIdx="19"/>
  <p:cmAuthor id="21" name="ming qiu" initials="m" lastIdx="0" clrIdx="20"/>
  <p:cmAuthor id="22" name="胡潇文" initials="胡" lastIdx="0" clrIdx="21"/>
  <p:cmAuthor id="23" name="hu Selene" initials="hS" lastIdx="0" clrIdx="22"/>
  <p:cmAuthor id="24" name="Wang Rui" initials="WR" lastIdx="0" clrIdx="23"/>
  <p:cmAuthor id="25" name="DrYan" initials="D" lastIdx="0" clrIdx="24"/>
  <p:cmAuthor id="26" name="Lenovo" initials="L" lastIdx="0" clrIdx="25"/>
  <p:cmAuthor id="27" name="李 金峰" initials="李" lastIdx="0" clrIdx="26"/>
  <p:cmAuthor id="28" name="秦方方" initials="秦方方" lastIdx="0" clrIdx="2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 scaleToFitPaper="1"/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58C4"/>
    <a:srgbClr val="BFBFBF"/>
    <a:srgbClr val="297ED5"/>
    <a:srgbClr val="0062B1"/>
    <a:srgbClr val="22C50C"/>
    <a:srgbClr val="C2BFD0"/>
    <a:srgbClr val="E4E5EA"/>
    <a:srgbClr val="C4BCC6"/>
    <a:srgbClr val="C4C3D5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75"/>
    <p:restoredTop sz="88943" autoAdjust="0"/>
  </p:normalViewPr>
  <p:slideViewPr>
    <p:cSldViewPr snapToObjects="1" showGuides="1">
      <p:cViewPr varScale="1">
        <p:scale>
          <a:sx n="103" d="100"/>
          <a:sy n="103" d="100"/>
        </p:scale>
        <p:origin x="168" y="96"/>
      </p:cViewPr>
      <p:guideLst>
        <p:guide orient="horz" pos="2198"/>
        <p:guide pos="3830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70" d="100"/>
        <a:sy n="70" d="100"/>
      </p:scale>
      <p:origin x="0" y="-2280"/>
    </p:cViewPr>
  </p:sorter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ommentAuthors" Target="commentAuthors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defRPr sz="1200" noProof="1"/>
            </a:lvl1pPr>
          </a:lstStyle>
          <a:p>
            <a:pPr marL="0" marR="0" lvl="0" indent="0" algn="l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 Linotype" panose="02040502050505030304" pitchFamily="18" charset="0"/>
              <a:ea typeface="宋体" panose="02010600030101010101" pitchFamily="2" charset="-122"/>
              <a:cs typeface="+mn-cs"/>
              <a:sym typeface="等线" panose="02010600030101010101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defRPr sz="1200" noProof="1" smtClean="0">
                <a:latin typeface="+mn-lt"/>
                <a:ea typeface="+mn-ea"/>
              </a:defRPr>
            </a:lvl1pPr>
          </a:lstStyle>
          <a:p>
            <a:pPr marL="0" marR="0" lvl="0" indent="0" algn="r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4F3ECC0-6A79-47F3-B72E-62BC6FA2937C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等线" panose="02010600030101010101" pitchFamily="2" charset="-122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  <a:sym typeface="等线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defRPr sz="1200" noProof="1"/>
            </a:lvl1pPr>
          </a:lstStyle>
          <a:p>
            <a:pPr marL="0" marR="0" lvl="0" indent="0" algn="l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 Linotype" panose="02040502050505030304" pitchFamily="18" charset="0"/>
              <a:ea typeface="宋体" panose="02010600030101010101" pitchFamily="2" charset="-122"/>
              <a:cs typeface="+mn-cs"/>
              <a:sym typeface="等线" panose="0201060003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defRPr sz="1200" noProof="1" smtClean="0">
                <a:latin typeface="+mn-lt"/>
                <a:ea typeface="+mn-ea"/>
              </a:defRPr>
            </a:lvl1pPr>
          </a:lstStyle>
          <a:p>
            <a:pPr marL="0" marR="0" lvl="0" indent="0" algn="r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0578AEC-777F-4531-87CC-AB874364F7C4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等线" panose="02010600030101010101" pitchFamily="2" charset="-122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  <a:sym typeface="等线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hape 14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6147" name="Shape 142"/>
          <p:cNvSpPr>
            <a:spLocks noGrp="1"/>
          </p:cNvSpPr>
          <p:nvPr>
            <p:ph type="body" sz="quarter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Hei Regular" pitchFamily="2" charset="-122"/>
        <a:ea typeface="Hei Regular" pitchFamily="2" charset="-122"/>
        <a:cs typeface="+mn-cs"/>
        <a:sym typeface="等线" panose="02010600030101010101" pitchFamily="2" charset="-122"/>
      </a:defRPr>
    </a:lvl1pPr>
    <a:lvl2pPr marL="742950" indent="-285750"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+mn-lt"/>
        <a:ea typeface="+mn-ea"/>
        <a:cs typeface="+mn-cs"/>
        <a:sym typeface="等线" panose="02010600030101010101" pitchFamily="2" charset="-122"/>
      </a:defRPr>
    </a:lvl2pPr>
    <a:lvl3pPr marL="1143000" indent="-228600"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+mn-lt"/>
        <a:ea typeface="+mn-ea"/>
        <a:cs typeface="+mn-cs"/>
        <a:sym typeface="等线" panose="02010600030101010101" pitchFamily="2" charset="-122"/>
      </a:defRPr>
    </a:lvl3pPr>
    <a:lvl4pPr marL="1600200" indent="-228600"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+mn-lt"/>
        <a:ea typeface="+mn-ea"/>
        <a:cs typeface="+mn-cs"/>
        <a:sym typeface="等线" panose="02010600030101010101" pitchFamily="2" charset="-122"/>
      </a:defRPr>
    </a:lvl4pPr>
    <a:lvl5pPr marL="2057400" indent="-228600"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+mn-lt"/>
        <a:ea typeface="+mn-ea"/>
        <a:cs typeface="+mn-cs"/>
        <a:sym typeface="等线" panose="02010600030101010101" pitchFamily="2" charset="-122"/>
      </a:defRPr>
    </a:lvl5pPr>
    <a:lvl6pPr indent="1080135" latinLnBrk="0">
      <a:defRPr sz="1100">
        <a:latin typeface="+mn-lt"/>
        <a:ea typeface="+mn-ea"/>
        <a:cs typeface="+mn-cs"/>
        <a:sym typeface="等线" panose="02010600030101010101" pitchFamily="2" charset="-122"/>
      </a:defRPr>
    </a:lvl6pPr>
    <a:lvl7pPr indent="1296035" latinLnBrk="0">
      <a:defRPr sz="1100">
        <a:latin typeface="+mn-lt"/>
        <a:ea typeface="+mn-ea"/>
        <a:cs typeface="+mn-cs"/>
        <a:sym typeface="等线" panose="02010600030101010101" pitchFamily="2" charset="-122"/>
      </a:defRPr>
    </a:lvl7pPr>
    <a:lvl8pPr indent="1511935" latinLnBrk="0">
      <a:defRPr sz="1100">
        <a:latin typeface="+mn-lt"/>
        <a:ea typeface="+mn-ea"/>
        <a:cs typeface="+mn-cs"/>
        <a:sym typeface="等线" panose="02010600030101010101" pitchFamily="2" charset="-122"/>
      </a:defRPr>
    </a:lvl8pPr>
    <a:lvl9pPr indent="1728470" latinLnBrk="0">
      <a:defRPr sz="1100">
        <a:latin typeface="+mn-lt"/>
        <a:ea typeface="+mn-ea"/>
        <a:cs typeface="+mn-cs"/>
        <a:sym typeface="等线" panose="02010600030101010101" pitchFamily="2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一张大图片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D65B7D-B529-4D68-BC16-03759A9C2313}" type="slidenum">
              <a:rPr kumimoji="0" lang="en-US" altLang="zh-CN" sz="11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Calibri" panose="020F0502020204030204"/>
              </a:rPr>
            </a:fld>
            <a:endParaRPr kumimoji="0" lang="en-US" altLang="zh-CN" sz="11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Calibri" panose="020F0502020204030204"/>
            </a:endParaRP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0" y="69122"/>
            <a:ext cx="11522075" cy="721494"/>
          </a:xfrm>
          <a:prstGeom prst="rect">
            <a:avLst/>
          </a:prstGeom>
        </p:spPr>
      </p:pic>
      <p:sp>
        <p:nvSpPr>
          <p:cNvPr id="6" name="文本框 5"/>
          <p:cNvSpPr txBox="1"/>
          <p:nvPr userDrawn="1"/>
        </p:nvSpPr>
        <p:spPr>
          <a:xfrm>
            <a:off x="10932937" y="6131190"/>
            <a:ext cx="589138" cy="323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6CBEC8B-D4F5-4765-BA16-D6C967C3AE9B}" type="slidenum">
              <a:rPr lang="zh-CN" altLang="en-US" sz="151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</a:fld>
            <a:endParaRPr lang="zh-CN" altLang="en-US" sz="151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7" name="图形 6"/>
          <p:cNvPicPr>
            <a:picLocks noChangeAspect="1"/>
          </p:cNvPicPr>
          <p:nvPr userDrawn="1"/>
        </p:nvPicPr>
        <p:blipFill rotWithShape="1">
          <a:blip r:embed="rId3" cstate="print"/>
          <a:srcRect l="2064" t="2" r="2064" b="-1"/>
          <a:stretch>
            <a:fillRect/>
          </a:stretch>
        </p:blipFill>
        <p:spPr>
          <a:xfrm>
            <a:off x="0" y="859694"/>
            <a:ext cx="11522075" cy="19307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/>
          <a:srcRect/>
          <a:stretch>
            <a:fillRect/>
          </a:stretch>
        </p:blipFill>
        <p:spPr>
          <a:xfrm>
            <a:off x="0" y="5813063"/>
            <a:ext cx="8483090" cy="59799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>
            <a:lvl1pPr algn="ctr">
              <a:defRPr sz="3020">
                <a:solidFill>
                  <a:srgbClr val="333333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581705" y="5965188"/>
            <a:ext cx="2550000" cy="299200"/>
          </a:xfrm>
        </p:spPr>
        <p:txBody>
          <a:bodyPr/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891038" y="5965188"/>
            <a:ext cx="3740000" cy="2992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image" Target="../media/image4.png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文本"/>
          <p:cNvSpPr txBox="1">
            <a:spLocks noGrp="1"/>
          </p:cNvSpPr>
          <p:nvPr>
            <p:ph type="title"/>
          </p:nvPr>
        </p:nvSpPr>
        <p:spPr>
          <a:xfrm>
            <a:off x="792163" y="344488"/>
            <a:ext cx="9937750" cy="1252537"/>
          </a:xfrm>
          <a:prstGeom prst="rect">
            <a:avLst/>
          </a:prstGeom>
          <a:noFill/>
          <a:ln w="12700">
            <a:noFill/>
          </a:ln>
        </p:spPr>
        <p:txBody>
          <a:bodyPr lIns="43204" tIns="43204" rIns="43204" bIns="43204" anchor="ctr" anchorCtr="0"/>
          <a:lstStyle/>
          <a:p>
            <a:pPr lvl="0"/>
            <a:r>
              <a:rPr lang="zh-CN" altLang="zh-CN" dirty="0"/>
              <a:t>标题文本</a:t>
            </a:r>
            <a:endParaRPr lang="zh-CN" altLang="zh-CN" dirty="0"/>
          </a:p>
        </p:txBody>
      </p:sp>
      <p:sp>
        <p:nvSpPr>
          <p:cNvPr id="1027" name="正文级别 1…"/>
          <p:cNvSpPr txBox="1">
            <a:spLocks noGrp="1"/>
          </p:cNvSpPr>
          <p:nvPr>
            <p:ph type="body"/>
          </p:nvPr>
        </p:nvSpPr>
        <p:spPr>
          <a:xfrm>
            <a:off x="792163" y="1725613"/>
            <a:ext cx="9937750" cy="4111625"/>
          </a:xfrm>
          <a:prstGeom prst="rect">
            <a:avLst/>
          </a:prstGeom>
          <a:noFill/>
          <a:ln w="12700">
            <a:noFill/>
          </a:ln>
        </p:spPr>
        <p:txBody>
          <a:bodyPr lIns="43204" tIns="43204" rIns="43204" bIns="43204"/>
          <a:lstStyle/>
          <a:p>
            <a:pPr lvl="0"/>
            <a:r>
              <a:rPr lang="zh-CN" altLang="zh-CN" dirty="0"/>
              <a:t>正文级别 1</a:t>
            </a:r>
            <a:endParaRPr lang="zh-CN" altLang="zh-CN" dirty="0"/>
          </a:p>
          <a:p>
            <a:pPr lvl="1"/>
            <a:r>
              <a:rPr lang="zh-CN" altLang="zh-CN" dirty="0"/>
              <a:t>正文级别 2</a:t>
            </a:r>
            <a:endParaRPr lang="zh-CN" altLang="zh-CN" dirty="0"/>
          </a:p>
          <a:p>
            <a:pPr lvl="2"/>
            <a:r>
              <a:rPr lang="zh-CN" altLang="zh-CN" dirty="0"/>
              <a:t>正文级别 3</a:t>
            </a:r>
            <a:endParaRPr lang="zh-CN" altLang="zh-CN" dirty="0"/>
          </a:p>
          <a:p>
            <a:pPr lvl="3"/>
            <a:r>
              <a:rPr lang="zh-CN" altLang="zh-CN" dirty="0"/>
              <a:t>正文级别 4</a:t>
            </a:r>
            <a:endParaRPr lang="zh-CN" altLang="zh-CN" dirty="0"/>
          </a:p>
          <a:p>
            <a:pPr lvl="4"/>
            <a:r>
              <a:rPr lang="zh-CN" altLang="zh-CN" dirty="0"/>
              <a:t>正文级别 5</a:t>
            </a:r>
            <a:endParaRPr lang="zh-CN" altLang="zh-CN" dirty="0"/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0845800" y="6049963"/>
            <a:ext cx="254000" cy="257175"/>
          </a:xfrm>
          <a:prstGeom prst="rect">
            <a:avLst/>
          </a:prstGeom>
          <a:ln w="12700">
            <a:miter lim="400000"/>
          </a:ln>
        </p:spPr>
        <p:txBody>
          <a:bodyPr wrap="none" lIns="43204" tIns="43204" rIns="43204" bIns="43204" anchor="ctr">
            <a:spAutoFit/>
          </a:bodyPr>
          <a:lstStyle>
            <a:lvl1pPr algn="r" eaLnBrk="1" fontAlgn="auto" hangingPunct="1">
              <a:defRPr sz="1100" b="0" i="0" noProof="1" smtClean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Calibri" panose="020F0502020204030204"/>
              </a:defRPr>
            </a:lvl1pPr>
          </a:lstStyle>
          <a:p>
            <a:pPr marL="0" marR="0" lvl="0" indent="0" algn="r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D65B7D-B529-4D68-BC16-03759A9C2313}" type="slidenum">
              <a:rPr kumimoji="0" lang="en-US" altLang="zh-CN" sz="11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Calibri" panose="020F0502020204030204"/>
              </a:rPr>
            </a:fld>
            <a:endParaRPr kumimoji="0" lang="en-US" altLang="zh-CN" sz="11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Calibri" panose="020F0502020204030204"/>
            </a:endParaRPr>
          </a:p>
        </p:txBody>
      </p:sp>
      <p:pic>
        <p:nvPicPr>
          <p:cNvPr id="1029" name="图片 4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9577388" y="215900"/>
            <a:ext cx="1697037" cy="70485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ransition spd="med"/>
  <p:hf sldNum="0" hdr="0" ftr="0" dt="0"/>
  <p:txStyles>
    <p:titleStyle>
      <a:lvl1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 Regular" pitchFamily="2" charset="-122"/>
          <a:sym typeface="Heiti SC Medium"/>
        </a:defRPr>
      </a:lvl1pPr>
      <a:lvl2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ti SC Medium"/>
          <a:sym typeface="Heiti SC Medium"/>
        </a:defRPr>
      </a:lvl2pPr>
      <a:lvl3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ti SC Medium"/>
          <a:sym typeface="Heiti SC Medium"/>
        </a:defRPr>
      </a:lvl3pPr>
      <a:lvl4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ti SC Medium"/>
          <a:sym typeface="Heiti SC Medium"/>
        </a:defRPr>
      </a:lvl4pPr>
      <a:lvl5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ti SC Medium"/>
          <a:sym typeface="Heiti SC Medium"/>
        </a:defRPr>
      </a:lvl5pPr>
      <a:lvl6pPr marL="0" marR="0" indent="0" algn="l" defTabSz="8636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6pPr>
      <a:lvl7pPr marL="0" marR="0" indent="0" algn="l" defTabSz="8636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7pPr>
      <a:lvl8pPr marL="0" marR="0" indent="0" algn="l" defTabSz="8636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8pPr>
      <a:lvl9pPr marL="0" marR="0" indent="0" algn="l" defTabSz="8636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9pPr>
    </p:titleStyle>
    <p:bodyStyle>
      <a:lvl1pPr marL="215900" indent="-21590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1pPr>
      <a:lvl2pPr marL="684530" indent="-25273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2pPr>
      <a:lvl3pPr marL="1167130" indent="-30353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3pPr>
      <a:lvl4pPr marL="1631950" indent="-33655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4pPr>
      <a:lvl5pPr marL="2063750" indent="-33528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5pPr>
      <a:lvl6pPr marL="2496185" marR="0" indent="-335915" algn="l" defTabSz="863600" rtl="0" latinLnBrk="0">
        <a:lnSpc>
          <a:spcPct val="90000"/>
        </a:lnSpc>
        <a:spcBef>
          <a:spcPts val="945"/>
        </a:spcBef>
        <a:spcAft>
          <a:spcPts val="0"/>
        </a:spcAft>
        <a:buClrTx/>
        <a:buSzPct val="100000"/>
        <a:buFont typeface="Arial" panose="020B0604020202020204"/>
        <a:buChar char="•"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6pPr>
      <a:lvl7pPr marL="2928620" marR="0" indent="-335915" algn="l" defTabSz="863600" rtl="0" latinLnBrk="0">
        <a:lnSpc>
          <a:spcPct val="90000"/>
        </a:lnSpc>
        <a:spcBef>
          <a:spcPts val="945"/>
        </a:spcBef>
        <a:spcAft>
          <a:spcPts val="0"/>
        </a:spcAft>
        <a:buClrTx/>
        <a:buSzPct val="100000"/>
        <a:buFont typeface="Arial" panose="020B0604020202020204"/>
        <a:buChar char="•"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7pPr>
      <a:lvl8pPr marL="3360420" marR="0" indent="-335915" algn="l" defTabSz="863600" rtl="0" latinLnBrk="0">
        <a:lnSpc>
          <a:spcPct val="90000"/>
        </a:lnSpc>
        <a:spcBef>
          <a:spcPts val="945"/>
        </a:spcBef>
        <a:spcAft>
          <a:spcPts val="0"/>
        </a:spcAft>
        <a:buClrTx/>
        <a:buSzPct val="100000"/>
        <a:buFont typeface="Arial" panose="020B0604020202020204"/>
        <a:buChar char="•"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8pPr>
      <a:lvl9pPr marL="3792220" marR="0" indent="-335915" algn="l" defTabSz="863600" rtl="0" latinLnBrk="0">
        <a:lnSpc>
          <a:spcPct val="90000"/>
        </a:lnSpc>
        <a:spcBef>
          <a:spcPts val="945"/>
        </a:spcBef>
        <a:spcAft>
          <a:spcPts val="0"/>
        </a:spcAft>
        <a:buClrTx/>
        <a:buSzPct val="100000"/>
        <a:buFont typeface="Arial" panose="020B0604020202020204"/>
        <a:buChar char="•"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9pPr>
    </p:bodyStyle>
    <p:otherStyle>
      <a:lvl1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3"/>
          <p:cNvSpPr txBox="1"/>
          <p:nvPr/>
        </p:nvSpPr>
        <p:spPr>
          <a:xfrm>
            <a:off x="407666" y="5876336"/>
            <a:ext cx="6018463" cy="299826"/>
          </a:xfrm>
          <a:prstGeom prst="rect">
            <a:avLst/>
          </a:prstGeom>
          <a:ln w="12700">
            <a:miter lim="400000"/>
          </a:ln>
        </p:spPr>
        <p:txBody>
          <a:bodyPr wrap="square" lIns="48369" rIns="48369">
            <a:spAutoFit/>
          </a:bodyPr>
          <a:lstStyle/>
          <a:p>
            <a:pPr defTabSz="1024255">
              <a:lnSpc>
                <a:spcPct val="170000"/>
              </a:lnSpc>
              <a:defRPr sz="1600">
                <a:latin typeface="Heiti SC Medium" panose="02000000000000000000" charset="-122"/>
                <a:ea typeface="Heiti SC Medium" panose="02000000000000000000" charset="-122"/>
                <a:cs typeface="Heiti SC Medium" panose="02000000000000000000" charset="-122"/>
                <a:sym typeface="Heiti SC Medium" panose="02000000000000000000" charset="-122"/>
              </a:defRPr>
            </a:pPr>
            <a:endParaRPr lang="en-US" altLang="zh-CN" sz="95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66839" y="332956"/>
            <a:ext cx="4850510" cy="581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spc="159" dirty="0">
                <a:solidFill>
                  <a:srgbClr val="0064A8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项目案例</a:t>
            </a:r>
            <a:endParaRPr lang="zh-CN" altLang="en-US" sz="2400" b="1" spc="159" dirty="0">
              <a:solidFill>
                <a:srgbClr val="0064A8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9577302" y="215877"/>
            <a:ext cx="1695878" cy="706616"/>
            <a:chOff x="9577302" y="1165376"/>
            <a:chExt cx="1695878" cy="706616"/>
          </a:xfrm>
        </p:grpSpPr>
        <p:sp>
          <p:nvSpPr>
            <p:cNvPr id="7" name="矩形 6"/>
            <p:cNvSpPr/>
            <p:nvPr/>
          </p:nvSpPr>
          <p:spPr>
            <a:xfrm>
              <a:off x="9721312" y="1295952"/>
              <a:ext cx="1440100" cy="43203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77302" y="1165376"/>
              <a:ext cx="1695878" cy="706616"/>
            </a:xfrm>
            <a:prstGeom prst="rect">
              <a:avLst/>
            </a:prstGeom>
          </p:spPr>
        </p:pic>
      </p:grpSp>
      <p:sp>
        <p:nvSpPr>
          <p:cNvPr id="4" name="矩形 3"/>
          <p:cNvSpPr/>
          <p:nvPr/>
        </p:nvSpPr>
        <p:spPr>
          <a:xfrm>
            <a:off x="1944370" y="5112385"/>
            <a:ext cx="7404100" cy="387985"/>
          </a:xfrm>
          <a:prstGeom prst="rect">
            <a:avLst/>
          </a:prstGeom>
        </p:spPr>
        <p:txBody>
          <a:bodyPr wrap="square">
            <a:noAutofit/>
          </a:bodyPr>
          <a:p>
            <a:pPr marL="0" marR="0" lvl="0" indent="0" algn="ctr" defTabSz="43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sz="18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成达万遂宁站改造全封闭声屏障项目</a:t>
            </a:r>
            <a:endParaRPr sz="1800" b="1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580" y="1515110"/>
            <a:ext cx="5106670" cy="282829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6620" y="1511935"/>
            <a:ext cx="5045710" cy="283146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PP_MARK_KEY" val="2d3d0867-56ac-4b91-885a-98830f3a9883"/>
  <p:tag name="COMMONDATA" val="eyJoZGlkIjoiYzdmNGQzMDgyYjljZWJkYmE4MzFmN2Y2ZTVjN2YxYTkifQ=="/>
  <p:tag name="RESOURCE_RECORD_KEY" val="{&quot;29&quot;:[50053212,50000264,50000269,50000088,50053352]}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元素">
  <a:themeElements>
    <a:clrScheme name="Elemental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19800000"/>
            </a:lightRig>
          </a:scene3d>
          <a:sp3d prstMaterial="metal">
            <a:bevelT w="38100" h="3810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5000"/>
              </a:schemeClr>
            </a:gs>
            <a:gs pos="100000">
              <a:schemeClr val="phClr">
                <a:shade val="40000"/>
                <a:satMod val="18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4000"/>
                <a:satMod val="280000"/>
              </a:schemeClr>
              <a:schemeClr val="phClr">
                <a:tint val="60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包图主题2">
  <a:themeElements>
    <a:clrScheme name="包图主题2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1A89E"/>
      </a:accent1>
      <a:accent2>
        <a:srgbClr val="0C2834"/>
      </a:accent2>
      <a:accent3>
        <a:srgbClr val="015E58"/>
      </a:accent3>
      <a:accent4>
        <a:srgbClr val="07161D"/>
      </a:accent4>
      <a:accent5>
        <a:srgbClr val="004844"/>
      </a:accent5>
      <a:accent6>
        <a:srgbClr val="051116"/>
      </a:accent6>
      <a:hlink>
        <a:srgbClr val="0000FF"/>
      </a:hlink>
      <a:folHlink>
        <a:srgbClr val="FF00FF"/>
      </a:folHlink>
    </a:clrScheme>
    <a:fontScheme name="包图主题2">
      <a:majorFont>
        <a:latin typeface="Helvetica"/>
        <a:ea typeface="Helvetica"/>
        <a:cs typeface="Helvetica"/>
      </a:majorFont>
      <a:minorFont>
        <a:latin typeface="等线"/>
        <a:ea typeface="等线"/>
        <a:cs typeface="等线"/>
      </a:minorFont>
    </a:fontScheme>
    <a:fmtScheme name="包图主题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等线" panose="02010600030101010101" pitchFamily="2" charset="-122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等线" panose="02010600030101010101" pitchFamily="2" charset="-122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</Words>
  <Application>WPS 演示</Application>
  <PresentationFormat>自定义</PresentationFormat>
  <Paragraphs>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7" baseType="lpstr">
      <vt:lpstr>Arial</vt:lpstr>
      <vt:lpstr>宋体</vt:lpstr>
      <vt:lpstr>Wingdings</vt:lpstr>
      <vt:lpstr>Palatino Linotype</vt:lpstr>
      <vt:lpstr>等线</vt:lpstr>
      <vt:lpstr>黑体</vt:lpstr>
      <vt:lpstr>Calibri</vt:lpstr>
      <vt:lpstr>Hei Regular</vt:lpstr>
      <vt:lpstr>Heiti SC Medium</vt:lpstr>
      <vt:lpstr>Calibri</vt:lpstr>
      <vt:lpstr>Arial</vt:lpstr>
      <vt:lpstr>微软雅黑 Light</vt:lpstr>
      <vt:lpstr>Heiti SC Medium</vt:lpstr>
      <vt:lpstr>微软雅黑</vt:lpstr>
      <vt:lpstr>Arial Unicode MS</vt:lpstr>
      <vt:lpstr>元素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zm</cp:lastModifiedBy>
  <cp:revision>207</cp:revision>
  <cp:lastPrinted>2024-05-27T04:20:00Z</cp:lastPrinted>
  <dcterms:created xsi:type="dcterms:W3CDTF">2024-05-27T04:50:00Z</dcterms:created>
  <dcterms:modified xsi:type="dcterms:W3CDTF">2026-06-22T08:18:13Z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2052-12.8.2.18205</vt:lpwstr>
  </property>
  <property fmtid="{D5CDD505-2E9C-101B-9397-08002B2CF9AE}" pid="3" name="ICV">
    <vt:lpwstr>DE9C49FFB710414A91E48644DEB2DA1B_13</vt:lpwstr>
  </property>
</Properties>
</file>