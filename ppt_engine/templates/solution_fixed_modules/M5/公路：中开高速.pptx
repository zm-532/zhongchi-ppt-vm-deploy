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886" r:id="rId3"/>
  </p:sldIdLst>
  <p:sldSz cx="11522075" cy="6480175"/>
  <p:notesSz cx="6797675" cy="9926320"/>
  <p:custDataLst>
    <p:tags r:id="rId10"/>
  </p:custDataLst>
  <p:defaultTextStyle>
    <a:defPPr>
      <a:defRPr lang="zh-CN"/>
    </a:defPPr>
    <a:lvl1pPr marL="0" lvl="0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1pPr>
    <a:lvl2pPr marL="457200" lvl="1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2pPr>
    <a:lvl3pPr marL="914400" lvl="2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3pPr>
    <a:lvl4pPr marL="1371600" lvl="3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4pPr>
    <a:lvl5pPr marL="1828800" lvl="4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5pPr>
    <a:lvl6pPr marL="2286000" lvl="5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6pPr>
    <a:lvl7pPr marL="2743200" lvl="6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7pPr>
    <a:lvl8pPr marL="3200400" lvl="7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8pPr>
    <a:lvl9pPr marL="3657600" lvl="8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曹萍萍" initials="cpp" lastIdx="1" clrIdx="0"/>
  <p:cmAuthor id="29" name="wefe" initials="w" lastIdx="0" clrIdx="28"/>
  <p:cmAuthor id="1" name="幸全" initials="幸全" lastIdx="1" clrIdx="0"/>
  <p:cmAuthor id="30" name="ushop" initials="u" lastIdx="0" clrIdx="29"/>
  <p:cmAuthor id="2" name="作者" initials="A" lastIdx="0" clrIdx="1"/>
  <p:cmAuthor id="31" name="admin" initials="a" lastIdx="0" clrIdx="30"/>
  <p:cmAuthor id="3" name="u3265" initials="u" lastIdx="2" clrIdx="2"/>
  <p:cmAuthor id="4" name="fuziyi" initials="f" lastIdx="1" clrIdx="3"/>
  <p:cmAuthor id="5" name="肖卫杰" initials="肖" lastIdx="10" clrIdx="0"/>
  <p:cmAuthor id="6" name="alj2016" initials="a" lastIdx="1" clrIdx="5"/>
  <p:cmAuthor id="8" name="fangyonghua" initials="f" lastIdx="1" clrIdx="7"/>
  <p:cmAuthor id="9" name="张娜_J7jynmI3" initials="authorId_2328097559" lastIdx="0" clrIdx="8"/>
  <p:cmAuthor id="10" name="zhanghongtao" initials="z" lastIdx="0" clrIdx="9"/>
  <p:cmAuthor id="11" name="840456548" initials="8" lastIdx="0" clrIdx="10"/>
  <p:cmAuthor id="12" name="裔蕾" initials="裔蕾" lastIdx="0" clrIdx="11"/>
  <p:cmAuthor id="13" name="龚挺" initials="龚挺" lastIdx="0" clrIdx="12"/>
  <p:cmAuthor id="14" name="soonersxb" initials="s" lastIdx="0" clrIdx="13"/>
  <p:cmAuthor id="15" name="wangdan" initials="王丹" lastIdx="0" clrIdx="14"/>
  <p:cmAuthor id="16" name="1206988966@qq.com" initials="1" lastIdx="0" clrIdx="15"/>
  <p:cmAuthor id="17" name="姜伟光" initials="姜" lastIdx="0" clrIdx="16"/>
  <p:cmAuthor id="18" name="lenovo" initials="l" lastIdx="0" clrIdx="17"/>
  <p:cmAuthor id="19" name="Administrator" initials="A" lastIdx="0" clrIdx="18"/>
  <p:cmAuthor id="20" name="宋洁然" initials="宋" lastIdx="0" clrIdx="19"/>
  <p:cmAuthor id="21" name="ming qiu" initials="m" lastIdx="0" clrIdx="20"/>
  <p:cmAuthor id="22" name="胡潇文" initials="胡" lastIdx="0" clrIdx="21"/>
  <p:cmAuthor id="23" name="hu Selene" initials="hS" lastIdx="0" clrIdx="22"/>
  <p:cmAuthor id="24" name="Wang Rui" initials="WR" lastIdx="0" clrIdx="23"/>
  <p:cmAuthor id="25" name="DrYan" initials="D" lastIdx="0" clrIdx="24"/>
  <p:cmAuthor id="26" name="Lenovo" initials="L" lastIdx="0" clrIdx="25"/>
  <p:cmAuthor id="27" name="李 金峰" initials="李" lastIdx="0" clrIdx="26"/>
  <p:cmAuthor id="28" name="秦方方" initials="秦方方" lastIdx="0" clrIdx="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8C4"/>
    <a:srgbClr val="BFBFBF"/>
    <a:srgbClr val="297ED5"/>
    <a:srgbClr val="0062B1"/>
    <a:srgbClr val="22C50C"/>
    <a:srgbClr val="C2BFD0"/>
    <a:srgbClr val="E4E5EA"/>
    <a:srgbClr val="C4BCC6"/>
    <a:srgbClr val="C4C3D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/>
    <p:restoredTop sz="88943" autoAdjust="0"/>
  </p:normalViewPr>
  <p:slideViewPr>
    <p:cSldViewPr snapToObjects="1" showGuides="1">
      <p:cViewPr varScale="1">
        <p:scale>
          <a:sx n="103" d="100"/>
          <a:sy n="103" d="100"/>
        </p:scale>
        <p:origin x="168" y="96"/>
      </p:cViewPr>
      <p:guideLst>
        <p:guide orient="horz" pos="2198"/>
        <p:guide pos="383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0" d="100"/>
        <a:sy n="70" d="100"/>
      </p:scale>
      <p:origin x="0" y="-228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F3ECC0-6A79-47F3-B72E-62BC6FA2937C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578AEC-777F-4531-87CC-AB874364F7C4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  <a:sym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142"/>
          <p:cNvSpPr>
            <a:spLocks noGrp="1"/>
          </p:cNvSpPr>
          <p:nvPr>
            <p:ph type="body" sz="quarter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Hei Regular" pitchFamily="2" charset="-122"/>
        <a:ea typeface="Hei Regular" pitchFamily="2" charset="-122"/>
        <a:cs typeface="+mn-cs"/>
        <a:sym typeface="等线" panose="02010600030101010101" pitchFamily="2" charset="-122"/>
      </a:defRPr>
    </a:lvl1pPr>
    <a:lvl2pPr marL="742950" indent="-28575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2pPr>
    <a:lvl3pPr marL="11430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3pPr>
    <a:lvl4pPr marL="16002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4pPr>
    <a:lvl5pPr marL="20574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5pPr>
    <a:lvl6pPr indent="1080135" latinLnBrk="0">
      <a:defRPr sz="1100">
        <a:latin typeface="+mn-lt"/>
        <a:ea typeface="+mn-ea"/>
        <a:cs typeface="+mn-cs"/>
        <a:sym typeface="等线" panose="02010600030101010101" pitchFamily="2" charset="-122"/>
      </a:defRPr>
    </a:lvl6pPr>
    <a:lvl7pPr indent="1296035" latinLnBrk="0">
      <a:defRPr sz="1100">
        <a:latin typeface="+mn-lt"/>
        <a:ea typeface="+mn-ea"/>
        <a:cs typeface="+mn-cs"/>
        <a:sym typeface="等线" panose="02010600030101010101" pitchFamily="2" charset="-122"/>
      </a:defRPr>
    </a:lvl7pPr>
    <a:lvl8pPr indent="1511935" latinLnBrk="0">
      <a:defRPr sz="1100">
        <a:latin typeface="+mn-lt"/>
        <a:ea typeface="+mn-ea"/>
        <a:cs typeface="+mn-cs"/>
        <a:sym typeface="等线" panose="02010600030101010101" pitchFamily="2" charset="-122"/>
      </a:defRPr>
    </a:lvl8pPr>
    <a:lvl9pPr indent="1728470" latinLnBrk="0">
      <a:defRPr sz="1100">
        <a:latin typeface="+mn-lt"/>
        <a:ea typeface="+mn-ea"/>
        <a:cs typeface="+mn-cs"/>
        <a:sym typeface="等线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一张大图片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69122"/>
            <a:ext cx="11522075" cy="72149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0932937" y="6131190"/>
            <a:ext cx="589138" cy="32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6CBEC8B-D4F5-4765-BA16-D6C967C3AE9B}" type="slidenum">
              <a:rPr lang="zh-CN" altLang="en-US" sz="151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en-US" sz="151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 rotWithShape="1">
          <a:blip r:embed="rId3" cstate="print"/>
          <a:srcRect l="2064" t="2" r="2064" b="-1"/>
          <a:stretch>
            <a:fillRect/>
          </a:stretch>
        </p:blipFill>
        <p:spPr>
          <a:xfrm>
            <a:off x="0" y="859694"/>
            <a:ext cx="11522075" cy="1930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/>
          <a:stretch>
            <a:fillRect/>
          </a:stretch>
        </p:blipFill>
        <p:spPr>
          <a:xfrm>
            <a:off x="0" y="5813063"/>
            <a:ext cx="8483090" cy="5979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algn="ctr">
              <a:defRPr sz="3020">
                <a:solidFill>
                  <a:srgbClr val="333333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81705" y="5965188"/>
            <a:ext cx="2550000" cy="2992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891038" y="5965188"/>
            <a:ext cx="3740000" cy="2992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4.pn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文本"/>
          <p:cNvSpPr txBox="1">
            <a:spLocks noGrp="1"/>
          </p:cNvSpPr>
          <p:nvPr>
            <p:ph type="title"/>
          </p:nvPr>
        </p:nvSpPr>
        <p:spPr>
          <a:xfrm>
            <a:off x="792163" y="344488"/>
            <a:ext cx="9937750" cy="1252537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 anchor="ctr" anchorCtr="0"/>
          <a:lstStyle/>
          <a:p>
            <a:pPr lvl="0"/>
            <a:r>
              <a:rPr lang="zh-CN" altLang="zh-CN" dirty="0"/>
              <a:t>标题文本</a:t>
            </a:r>
            <a:endParaRPr lang="zh-CN" altLang="zh-CN" dirty="0"/>
          </a:p>
        </p:txBody>
      </p:sp>
      <p:sp>
        <p:nvSpPr>
          <p:cNvPr id="1027" name="正文级别 1…"/>
          <p:cNvSpPr txBox="1">
            <a:spLocks noGrp="1"/>
          </p:cNvSpPr>
          <p:nvPr>
            <p:ph type="body"/>
          </p:nvPr>
        </p:nvSpPr>
        <p:spPr>
          <a:xfrm>
            <a:off x="792163" y="1725613"/>
            <a:ext cx="9937750" cy="4111625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/>
          <a:lstStyle/>
          <a:p>
            <a:pPr lvl="0"/>
            <a:r>
              <a:rPr lang="zh-CN" altLang="zh-CN" dirty="0"/>
              <a:t>正文级别 1</a:t>
            </a:r>
            <a:endParaRPr lang="zh-CN" altLang="zh-CN" dirty="0"/>
          </a:p>
          <a:p>
            <a:pPr lvl="1"/>
            <a:r>
              <a:rPr lang="zh-CN" altLang="zh-CN" dirty="0"/>
              <a:t>正文级别 2</a:t>
            </a:r>
            <a:endParaRPr lang="zh-CN" altLang="zh-CN" dirty="0"/>
          </a:p>
          <a:p>
            <a:pPr lvl="2"/>
            <a:r>
              <a:rPr lang="zh-CN" altLang="zh-CN" dirty="0"/>
              <a:t>正文级别 3</a:t>
            </a:r>
            <a:endParaRPr lang="zh-CN" altLang="zh-CN" dirty="0"/>
          </a:p>
          <a:p>
            <a:pPr lvl="3"/>
            <a:r>
              <a:rPr lang="zh-CN" altLang="zh-CN" dirty="0"/>
              <a:t>正文级别 4</a:t>
            </a:r>
            <a:endParaRPr lang="zh-CN" altLang="zh-CN" dirty="0"/>
          </a:p>
          <a:p>
            <a:pPr lvl="4"/>
            <a:r>
              <a:rPr lang="zh-CN" altLang="zh-CN" dirty="0"/>
              <a:t>正文级别 5</a:t>
            </a:r>
            <a:endParaRPr lang="zh-CN" altLang="zh-CN"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845800" y="6049963"/>
            <a:ext cx="254000" cy="257175"/>
          </a:xfrm>
          <a:prstGeom prst="rect">
            <a:avLst/>
          </a:prstGeom>
          <a:ln w="12700">
            <a:miter lim="400000"/>
          </a:ln>
        </p:spPr>
        <p:txBody>
          <a:bodyPr wrap="none" lIns="43204" tIns="43204" rIns="43204" bIns="43204" anchor="ctr">
            <a:spAutoFit/>
          </a:bodyPr>
          <a:lstStyle>
            <a:lvl1pPr algn="r" eaLnBrk="1" fontAlgn="auto" hangingPunct="1">
              <a:defRPr sz="1100" b="0" i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  <p:pic>
        <p:nvPicPr>
          <p:cNvPr id="1029" name="图片 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577388" y="215900"/>
            <a:ext cx="1697037" cy="7048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hf sldNum="0" hdr="0" ftr="0" dt="0"/>
  <p:txStyles>
    <p:titleStyle>
      <a:lvl1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 Regular" pitchFamily="2" charset="-122"/>
          <a:sym typeface="Heiti SC Medium"/>
        </a:defRPr>
      </a:lvl1pPr>
      <a:lvl2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2pPr>
      <a:lvl3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3pPr>
      <a:lvl4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4pPr>
      <a:lvl5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5pPr>
      <a:lvl6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6pPr>
      <a:lvl7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7pPr>
      <a:lvl8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8pPr>
      <a:lvl9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9pPr>
    </p:titleStyle>
    <p:bodyStyle>
      <a:lvl1pPr marL="215900" indent="-21590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1pPr>
      <a:lvl2pPr marL="684530" indent="-2527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2pPr>
      <a:lvl3pPr marL="1167130" indent="-3035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3pPr>
      <a:lvl4pPr marL="1631950" indent="-33655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4pPr>
      <a:lvl5pPr marL="2063750" indent="-33528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5pPr>
      <a:lvl6pPr marL="2496185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29286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3604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37922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3"/>
          <p:cNvSpPr txBox="1"/>
          <p:nvPr/>
        </p:nvSpPr>
        <p:spPr>
          <a:xfrm>
            <a:off x="407666" y="5876336"/>
            <a:ext cx="6018463" cy="299826"/>
          </a:xfrm>
          <a:prstGeom prst="rect">
            <a:avLst/>
          </a:prstGeom>
          <a:ln w="12700">
            <a:miter lim="400000"/>
          </a:ln>
        </p:spPr>
        <p:txBody>
          <a:bodyPr wrap="square" lIns="48369" rIns="48369">
            <a:spAutoFit/>
          </a:bodyPr>
          <a:lstStyle/>
          <a:p>
            <a:pPr defTabSz="1024255">
              <a:lnSpc>
                <a:spcPct val="170000"/>
              </a:lnSpc>
              <a:defRPr sz="1600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  <a:sym typeface="Heiti SC Medium" panose="02000000000000000000" charset="-122"/>
              </a:defRPr>
            </a:pPr>
            <a:endParaRPr lang="en-US" altLang="zh-CN" sz="95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6839" y="332956"/>
            <a:ext cx="4850510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spc="159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项目案例</a:t>
            </a:r>
            <a:endParaRPr lang="zh-CN" altLang="en-US" sz="2400" b="1" spc="159" dirty="0">
              <a:solidFill>
                <a:srgbClr val="0064A8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</p:grpSpPr>
        <p:sp>
          <p:nvSpPr>
            <p:cNvPr id="7" name="矩形 6"/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</p:spPr>
        </p:pic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6625" y="1306830"/>
            <a:ext cx="4751705" cy="38481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910" y="1301115"/>
            <a:ext cx="4177665" cy="388048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016760" y="5976620"/>
            <a:ext cx="7404100" cy="387985"/>
          </a:xfrm>
          <a:prstGeom prst="rect">
            <a:avLst/>
          </a:prstGeom>
        </p:spPr>
        <p:txBody>
          <a:bodyPr wrap="square">
            <a:noAutofit/>
          </a:bodyPr>
          <a:p>
            <a:pPr marL="0" marR="0" lvl="0" indent="0" algn="ctr" defTabSz="43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中山至开平高速公路中山段绿化环保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标声屏障项目</a:t>
            </a:r>
            <a:endParaRPr lang="zh-CN" altLang="en-US" sz="1800" b="1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52525" y="5256530"/>
            <a:ext cx="9132570" cy="645160"/>
          </a:xfrm>
          <a:prstGeom prst="rect">
            <a:avLst/>
          </a:prstGeom>
        </p:spPr>
        <p:txBody>
          <a:bodyPr wrap="square">
            <a:noAutofit/>
          </a:bodyPr>
          <a:p>
            <a:pPr marR="0" lvl="0" indent="457200" algn="l" defTabSz="4318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中开高速声屏障项目：侧部采用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80mm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厚金属吸隔声屏体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+ 15mm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加筋亚克力板，顶部采用防眩光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PC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板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金属吸隔声屏体，规避眩光污染。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PP_MARK_KEY" val="2d3d0867-56ac-4b91-885a-98830f3a9883"/>
  <p:tag name="COMMONDATA" val="eyJoZGlkIjoiYzdmNGQzMDgyYjljZWJkYmE4MzFmN2Y2ZTVjN2YxYTkifQ=="/>
  <p:tag name="RESOURCE_RECORD_KEY" val="{&quot;29&quot;:[50053212,50000264,50000269,50000088,50053352]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元素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A89E"/>
      </a:accent1>
      <a:accent2>
        <a:srgbClr val="0C2834"/>
      </a:accent2>
      <a:accent3>
        <a:srgbClr val="015E58"/>
      </a:accent3>
      <a:accent4>
        <a:srgbClr val="07161D"/>
      </a:accent4>
      <a:accent5>
        <a:srgbClr val="004844"/>
      </a:accent5>
      <a:accent6>
        <a:srgbClr val="051116"/>
      </a:accent6>
      <a:hlink>
        <a:srgbClr val="0000FF"/>
      </a:hlink>
      <a:folHlink>
        <a:srgbClr val="FF00FF"/>
      </a:folHlink>
    </a:clrScheme>
    <a:fontScheme name="包图主题2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WPS 演示</Application>
  <PresentationFormat>自定义</PresentationFormat>
  <Paragraphs>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Palatino Linotype</vt:lpstr>
      <vt:lpstr>等线</vt:lpstr>
      <vt:lpstr>黑体</vt:lpstr>
      <vt:lpstr>Calibri</vt:lpstr>
      <vt:lpstr>Hei Regular</vt:lpstr>
      <vt:lpstr>Heiti SC Medium</vt:lpstr>
      <vt:lpstr>Calibri</vt:lpstr>
      <vt:lpstr>Arial</vt:lpstr>
      <vt:lpstr>微软雅黑 Light</vt:lpstr>
      <vt:lpstr>Heiti SC Medium</vt:lpstr>
      <vt:lpstr>微软雅黑</vt:lpstr>
      <vt:lpstr>元素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zm</cp:lastModifiedBy>
  <cp:revision>207</cp:revision>
  <cp:lastPrinted>2024-05-27T04:20:00Z</cp:lastPrinted>
  <dcterms:created xsi:type="dcterms:W3CDTF">2024-05-27T04:50:00Z</dcterms:created>
  <dcterms:modified xsi:type="dcterms:W3CDTF">2026-06-24T10:00:07Z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2052-12.8.2.18205</vt:lpwstr>
  </property>
  <property fmtid="{D5CDD505-2E9C-101B-9397-08002B2CF9AE}" pid="3" name="ICV">
    <vt:lpwstr>E64AB071B193453683518B048B4C13D7_13</vt:lpwstr>
  </property>
</Properties>
</file>