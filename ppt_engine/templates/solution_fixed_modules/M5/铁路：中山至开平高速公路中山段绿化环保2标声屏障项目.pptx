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3"/>
  </p:sldIdLst>
  <p:sldSz cx="11522075" cy="6480175"/>
  <p:notesSz cx="6797675" cy="9926320"/>
  <p:custDataLst>
    <p:tags r:id="rId10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/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4255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  <a:endParaRPr lang="zh-CN" altLang="en-US" sz="2400" b="1" spc="159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6625" y="1306830"/>
            <a:ext cx="4751705" cy="38481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910" y="1301115"/>
            <a:ext cx="4177665" cy="38804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16760" y="5976620"/>
            <a:ext cx="7404100" cy="387985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indent="0" algn="ctr" defTabSz="43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中山至开平高速公路中山段绿化环保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标声屏障项目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52525" y="5256530"/>
            <a:ext cx="9132570" cy="645160"/>
          </a:xfrm>
          <a:prstGeom prst="rect">
            <a:avLst/>
          </a:prstGeom>
        </p:spPr>
        <p:txBody>
          <a:bodyPr wrap="square">
            <a:noAutofit/>
          </a:bodyPr>
          <a:p>
            <a:pPr marR="0" lvl="0" indent="457200" algn="l" defTabSz="4318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中开高速声屏障项目：侧部采用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80mm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厚金属吸隔声屏体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+ 15mm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加筋亚克力板，顶部采用防眩光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PC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板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金属吸隔声屏体，规避眩光污染。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WPS 演示</Application>
  <PresentationFormat>自定义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Heiti SC Medium</vt:lpstr>
      <vt:lpstr>微软雅黑</vt:lpstr>
      <vt:lpstr>Arial Unicode MS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206</cp:revision>
  <cp:lastPrinted>2024-05-27T04:20:00Z</cp:lastPrinted>
  <dcterms:created xsi:type="dcterms:W3CDTF">2024-05-27T04:50:00Z</dcterms:created>
  <dcterms:modified xsi:type="dcterms:W3CDTF">2026-06-22T08:09:44Z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DE9C49FFB710414A91E48644DEB2DA1B_13</vt:lpwstr>
  </property>
</Properties>
</file>