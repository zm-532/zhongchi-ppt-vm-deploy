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2"/>
    <p:sldId id="2887" r:id="rId3"/>
  </p:sldIdLst>
  <p:sldSz cx="11522075" cy="6480175"/>
  <p:notesSz cx="6797675" cy="9926638"/>
  <p:custDataLst>
    <p:tags r:id="rId6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</a:p>
        </p:txBody>
      </p:sp>
    </p:spTree>
    <p:extLst>
      <p:ext uri="{BB962C8B-B14F-4D97-AF65-F5344CB8AC3E}">
        <p14:creationId xmlns:p14="http://schemas.microsoft.com/office/powerpoint/2010/main" val="4004029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7005-2FFB-F7D6-9C14-F555C0A2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DF4C23-0C5B-EB8E-E852-3B390E34C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2847E2-34DF-8C5D-B2AB-16CFB64B6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6</a:t>
            </a:r>
            <a:r>
              <a:rPr lang="zh-CN" altLang="en-US"/>
              <a:t>张只有图片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49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8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9375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>
              <a:defRPr sz="11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CCABE6-6732-4ACA-8D43-943F4C4C37C1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>
            <a:extLst>
              <a:ext uri="{FF2B5EF4-FFF2-40B4-BE49-F238E27FC236}">
                <a16:creationId xmlns:a16="http://schemas.microsoft.com/office/drawing/2014/main" id="{FCB87127-0630-6CD1-D867-874EDD6023C3}"/>
              </a:ext>
            </a:extLst>
          </p:cNvPr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3966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2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0E6516-AB36-D9F2-B541-0D1F5FCB63E0}"/>
              </a:ext>
            </a:extLst>
          </p:cNvPr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83B0A-489A-0989-5D98-06C991C68EE4}"/>
              </a:ext>
            </a:extLst>
          </p:cNvPr>
          <p:cNvSpPr txBox="1"/>
          <p:nvPr/>
        </p:nvSpPr>
        <p:spPr>
          <a:xfrm>
            <a:off x="755602" y="5962553"/>
            <a:ext cx="9723494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ctr" defTabSz="266700"/>
            <a:r>
              <a:rPr lang="zh-CN" altLang="en-US" dirty="0"/>
              <a:t>申嘉湖高速光伏声屏障项目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1A1927-5B0E-28C9-3262-853DCB2F7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976" y="1168489"/>
            <a:ext cx="8276642" cy="4655612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AF04B44-71BA-F26B-0461-2C93C3968CF0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08AA771-712D-7598-D979-9862491DF2AF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70C853D-CCBA-5D05-CEFB-FE7504606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41496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5641-21B5-1DA6-257B-D4A3BEA3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3">
            <a:extLst>
              <a:ext uri="{FF2B5EF4-FFF2-40B4-BE49-F238E27FC236}">
                <a16:creationId xmlns:a16="http://schemas.microsoft.com/office/drawing/2014/main" id="{C985D284-744E-32E9-FAA2-97BA31CE3173}"/>
              </a:ext>
            </a:extLst>
          </p:cNvPr>
          <p:cNvSpPr txBox="1"/>
          <p:nvPr/>
        </p:nvSpPr>
        <p:spPr>
          <a:xfrm>
            <a:off x="385265" y="5552947"/>
            <a:ext cx="5687761" cy="326390"/>
          </a:xfrm>
          <a:prstGeom prst="rect">
            <a:avLst/>
          </a:prstGeom>
          <a:ln w="12700">
            <a:miter lim="400000"/>
          </a:ln>
        </p:spPr>
        <p:txBody>
          <a:bodyPr wrap="square" lIns="45711" rIns="45711">
            <a:spAutoFit/>
          </a:bodyPr>
          <a:lstStyle/>
          <a:p>
            <a:pPr defTabSz="967740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6FF96D-B793-F55E-A243-B15EAFA6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1360" y="6055678"/>
            <a:ext cx="218440" cy="245745"/>
          </a:xfrm>
        </p:spPr>
        <p:txBody>
          <a:bodyPr/>
          <a:lstStyle/>
          <a:p>
            <a:fld id="{49AE70B2-8BF9-45C0-BB95-33D1B9D3A854}" type="slidenum">
              <a:rPr lang="zh-CN" altLang="en-US" sz="1040" smtClean="0"/>
              <a:t>2</a:t>
            </a:fld>
            <a:endParaRPr lang="zh-CN" altLang="en-US" sz="104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1D9E22-FE88-A632-1634-3FEA7C510FF1}"/>
              </a:ext>
            </a:extLst>
          </p:cNvPr>
          <p:cNvSpPr/>
          <p:nvPr/>
        </p:nvSpPr>
        <p:spPr>
          <a:xfrm>
            <a:off x="757314" y="354870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FE70C8-ADF1-6B90-80B6-206890E5BB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34" y="935927"/>
            <a:ext cx="4608320" cy="25921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58296D-78B3-3570-5CE4-D72E60160D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77" y="935927"/>
            <a:ext cx="4578534" cy="2575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E0905D-936A-D6AF-FB2A-85C9291AF3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1" y="3724911"/>
            <a:ext cx="4580466" cy="25765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B248BB2-EE91-BA57-658E-5089706BE7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77" y="3767081"/>
            <a:ext cx="4517766" cy="254124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E816B7C-1D54-9E59-D049-E4EFA1B2FF70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AC8E552-C716-F97C-28A8-4DE5D957843E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8CECF69-44FE-B29D-C621-995E88191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596058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</Words>
  <Application>Microsoft Office PowerPoint</Application>
  <PresentationFormat>自定义</PresentationFormat>
  <Paragraphs>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Hei Regular</vt:lpstr>
      <vt:lpstr>Heiti SC Medium</vt:lpstr>
      <vt:lpstr>黑体</vt:lpstr>
      <vt:lpstr>微软雅黑</vt:lpstr>
      <vt:lpstr>微软雅黑 Light</vt:lpstr>
      <vt:lpstr>Arial</vt:lpstr>
      <vt:lpstr>Calibri</vt:lpstr>
      <vt:lpstr>Palatino Linotype</vt:lpstr>
      <vt:lpstr>元素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206</cp:revision>
  <cp:lastPrinted>2024-05-27T04:20:00Z</cp:lastPrinted>
  <dcterms:created xsi:type="dcterms:W3CDTF">2024-05-27T04:50:00Z</dcterms:created>
  <dcterms:modified xsi:type="dcterms:W3CDTF">2026-05-26T07:53:43Z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