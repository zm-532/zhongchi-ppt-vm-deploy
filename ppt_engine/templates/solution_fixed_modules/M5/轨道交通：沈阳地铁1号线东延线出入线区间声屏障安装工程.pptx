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87" r:id="rId2"/>
  </p:sldIdLst>
  <p:sldSz cx="11522075" cy="6480175"/>
  <p:notesSz cx="6797675" cy="9926638"/>
  <p:custDataLst>
    <p:tags r:id="rId5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1BAA403-AC97-4EF6-A78F-2AE45B316E2E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A894E5B-FB02-4862-83DE-3046D151FCFF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3" d="100"/>
          <a:sy n="103" d="100"/>
        </p:scale>
        <p:origin x="168" y="9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2026/5/26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7005-2FFB-F7D6-9C14-F555C0A2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DF4C23-0C5B-EB8E-E852-3B390E34C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2847E2-34DF-8C5D-B2AB-16CFB64B6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6</a:t>
            </a:r>
            <a:r>
              <a:rPr lang="zh-CN" altLang="en-US"/>
              <a:t>张只有图片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3494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792163" y="6005513"/>
            <a:ext cx="2592388" cy="346075"/>
          </a:xfrm>
          <a:prstGeom prst="rect">
            <a:avLst/>
          </a:prstGeom>
        </p:spPr>
        <p:txBody>
          <a:bodyPr lIns="91440" tIns="45720" rIns="91440" bIns="45720"/>
          <a:lstStyle>
            <a:lvl1pPr eaLnBrk="1" fontAlgn="auto" hangingPunct="1">
              <a:defRPr kumimoji="1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350" y="6005513"/>
            <a:ext cx="3889375" cy="346075"/>
          </a:xfrm>
          <a:prstGeom prst="rect">
            <a:avLst/>
          </a:prstGeom>
        </p:spPr>
        <p:txBody>
          <a:bodyPr lIns="91440" tIns="45720" rIns="91440" bIns="45720"/>
          <a:lstStyle>
            <a:lvl1pPr eaLnBrk="1" fontAlgn="auto" hangingPunct="1">
              <a:defRPr kumimoji="1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8" name="幻灯片编号"/>
          <p:cNvSpPr txBox="1">
            <a:spLocks noGrp="1"/>
          </p:cNvSpPr>
          <p:nvPr>
            <p:ph type="sldNum" sz="quarter" idx="4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>
              <a:defRPr sz="110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CCABE6-6732-4ACA-8D43-943F4C4C37C1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</a:p>
          <a:p>
            <a:pPr lvl="1"/>
            <a:r>
              <a:rPr lang="zh-CN" altLang="zh-CN" dirty="0"/>
              <a:t>正文级别 2</a:t>
            </a:r>
          </a:p>
          <a:p>
            <a:pPr lvl="2"/>
            <a:r>
              <a:rPr lang="zh-CN" altLang="zh-CN" dirty="0"/>
              <a:t>正文级别 3</a:t>
            </a:r>
          </a:p>
          <a:p>
            <a:pPr lvl="3"/>
            <a:r>
              <a:rPr lang="zh-CN" altLang="zh-CN" dirty="0"/>
              <a:t>正文级别 4</a:t>
            </a:r>
          </a:p>
          <a:p>
            <a:pPr lvl="4"/>
            <a:r>
              <a:rPr lang="zh-CN" altLang="zh-CN" dirty="0"/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85641-21B5-1DA6-257B-D4A3BEA3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3">
            <a:extLst>
              <a:ext uri="{FF2B5EF4-FFF2-40B4-BE49-F238E27FC236}">
                <a16:creationId xmlns:a16="http://schemas.microsoft.com/office/drawing/2014/main" id="{C985D284-744E-32E9-FAA2-97BA31CE3173}"/>
              </a:ext>
            </a:extLst>
          </p:cNvPr>
          <p:cNvSpPr txBox="1"/>
          <p:nvPr/>
        </p:nvSpPr>
        <p:spPr>
          <a:xfrm>
            <a:off x="385265" y="5552947"/>
            <a:ext cx="5687761" cy="326390"/>
          </a:xfrm>
          <a:prstGeom prst="rect">
            <a:avLst/>
          </a:prstGeom>
          <a:ln w="12700">
            <a:miter lim="400000"/>
          </a:ln>
        </p:spPr>
        <p:txBody>
          <a:bodyPr wrap="square" lIns="45711" rIns="45711">
            <a:spAutoFit/>
          </a:bodyPr>
          <a:lstStyle/>
          <a:p>
            <a:pPr defTabSz="967740">
              <a:lnSpc>
                <a:spcPct val="170000"/>
              </a:lnSpc>
              <a:defRPr sz="160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Heiti SC Medium" panose="02000000000000000000" charset="-122"/>
              </a:defRPr>
            </a:pPr>
            <a:endParaRPr lang="en-US" altLang="zh-CN" sz="9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6FF96D-B793-F55E-A243-B15EAFA6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1360" y="6055678"/>
            <a:ext cx="218440" cy="245745"/>
          </a:xfrm>
        </p:spPr>
        <p:txBody>
          <a:bodyPr/>
          <a:lstStyle/>
          <a:p>
            <a:fld id="{49AE70B2-8BF9-45C0-BB95-33D1B9D3A854}" type="slidenum">
              <a:rPr lang="zh-CN" altLang="en-US" sz="1040" smtClean="0"/>
              <a:t>1</a:t>
            </a:fld>
            <a:endParaRPr lang="zh-CN" altLang="en-US" sz="104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1D9E22-FE88-A632-1634-3FEA7C510FF1}"/>
              </a:ext>
            </a:extLst>
          </p:cNvPr>
          <p:cNvSpPr/>
          <p:nvPr/>
        </p:nvSpPr>
        <p:spPr>
          <a:xfrm>
            <a:off x="766839" y="332956"/>
            <a:ext cx="485051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spc="159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项目案例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06B72C-D57C-D0AA-6A31-6228B120CAB4}"/>
              </a:ext>
            </a:extLst>
          </p:cNvPr>
          <p:cNvSpPr txBox="1"/>
          <p:nvPr/>
        </p:nvSpPr>
        <p:spPr>
          <a:xfrm>
            <a:off x="3025395" y="653989"/>
            <a:ext cx="575866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沈阳地铁1号线东延线出入线区间声屏障安装工程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93E66B4-51B6-710F-4AAD-FF19A0ED82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17" y="1151942"/>
            <a:ext cx="3520554" cy="198031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4ADE26A-D3D5-67D9-F5E4-02F58C6E06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016" y="1146980"/>
            <a:ext cx="3529378" cy="198527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0ED0A26-22BC-4D78-C481-15CED4DA46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177" y="1151942"/>
            <a:ext cx="3520553" cy="198031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DAC2A77-FBB9-1BBD-6D68-79C7F00FBD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7" y="3766239"/>
            <a:ext cx="3466494" cy="194990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7505050-5AF9-1B10-685E-DCCC7701577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329" y="3681664"/>
            <a:ext cx="3603838" cy="202715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A40A70E-847A-75D2-214C-9CF07C2CF5A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864" y="3710465"/>
            <a:ext cx="3557830" cy="2001278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BFAC50A1-DFEE-3694-A872-70CD928726C8}"/>
              </a:ext>
            </a:extLst>
          </p:cNvPr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5A2BDE8-CD84-3BA6-B2B1-4355931C70BF}"/>
                </a:ext>
              </a:extLst>
            </p:cNvPr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2FBC02C-CE64-CC16-CFCA-A0D8A3A71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5960587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</Words>
  <Application>Microsoft Office PowerPoint</Application>
  <PresentationFormat>自定义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Hei Regular</vt:lpstr>
      <vt:lpstr>Heiti SC Medium</vt:lpstr>
      <vt:lpstr>黑体</vt:lpstr>
      <vt:lpstr>微软雅黑</vt:lpstr>
      <vt:lpstr>微软雅黑 Light</vt:lpstr>
      <vt:lpstr>Arial</vt:lpstr>
      <vt:lpstr>Calibri</vt:lpstr>
      <vt:lpstr>Palatino Linotype</vt:lpstr>
      <vt:lpstr>元素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206</cp:revision>
  <cp:lastPrinted>2024-05-27T04:20:00Z</cp:lastPrinted>
  <dcterms:created xsi:type="dcterms:W3CDTF">2024-05-27T04:50:00Z</dcterms:created>
  <dcterms:modified xsi:type="dcterms:W3CDTF">2026-05-26T07:53:51Z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DE9C49FFB710414A91E48644DEB2DA1B_13</vt:lpwstr>
  </property>
</Properties>
</file>