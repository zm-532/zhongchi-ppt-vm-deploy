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86" r:id="rId3"/>
  </p:sldIdLst>
  <p:sldSz cx="11522075" cy="6480175"/>
  <p:notesSz cx="6797675" cy="9926320"/>
  <p:custDataLst>
    <p:tags r:id="rId10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一张大图片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  <a:endParaRPr lang="zh-CN" altLang="zh-CN" dirty="0"/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  <a:endParaRPr lang="zh-CN" altLang="zh-CN" dirty="0"/>
          </a:p>
          <a:p>
            <a:pPr lvl="1"/>
            <a:r>
              <a:rPr lang="zh-CN" altLang="zh-CN" dirty="0"/>
              <a:t>正文级别 2</a:t>
            </a:r>
            <a:endParaRPr lang="zh-CN" altLang="zh-CN" dirty="0"/>
          </a:p>
          <a:p>
            <a:pPr lvl="2"/>
            <a:r>
              <a:rPr lang="zh-CN" altLang="zh-CN" dirty="0"/>
              <a:t>正文级别 3</a:t>
            </a:r>
            <a:endParaRPr lang="zh-CN" altLang="zh-CN" dirty="0"/>
          </a:p>
          <a:p>
            <a:pPr lvl="3"/>
            <a:r>
              <a:rPr lang="zh-CN" altLang="zh-CN" dirty="0"/>
              <a:t>正文级别 4</a:t>
            </a:r>
            <a:endParaRPr lang="zh-CN" altLang="zh-CN" dirty="0"/>
          </a:p>
          <a:p>
            <a:pPr lvl="4"/>
            <a:r>
              <a:rPr lang="zh-CN" altLang="zh-CN" dirty="0"/>
              <a:t>正文级别 5</a:t>
            </a:r>
            <a:endParaRPr lang="zh-CN" altLang="zh-CN"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3"/>
          <p:cNvSpPr txBox="1"/>
          <p:nvPr/>
        </p:nvSpPr>
        <p:spPr>
          <a:xfrm>
            <a:off x="407666" y="5876336"/>
            <a:ext cx="6018463" cy="299826"/>
          </a:xfrm>
          <a:prstGeom prst="rect">
            <a:avLst/>
          </a:prstGeom>
          <a:ln w="12700">
            <a:miter lim="400000"/>
          </a:ln>
        </p:spPr>
        <p:txBody>
          <a:bodyPr wrap="square" lIns="48369" rIns="48369">
            <a:spAutoFit/>
          </a:bodyPr>
          <a:lstStyle/>
          <a:p>
            <a:pPr defTabSz="1024255">
              <a:lnSpc>
                <a:spcPct val="170000"/>
              </a:lnSpc>
              <a:defRPr sz="160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Heiti SC Medium" panose="02000000000000000000" charset="-122"/>
              </a:defRPr>
            </a:pPr>
            <a:endParaRPr lang="en-US" altLang="zh-CN" sz="9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6839" y="332956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  <a:endParaRPr lang="zh-CN" altLang="en-US" sz="2400" b="1" spc="159" dirty="0">
              <a:solidFill>
                <a:srgbClr val="0064A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7" name="矩形 6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2592705" y="5184140"/>
            <a:ext cx="7695565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2400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东晓南路-广州南站连接线南段工程声屏障项目</a:t>
            </a:r>
            <a:endParaRPr lang="zh-CN" sz="2400" b="1" spc="150" dirty="0">
              <a:solidFill>
                <a:srgbClr val="0064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" y="1656080"/>
            <a:ext cx="4911090" cy="26968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65" y="1800225"/>
            <a:ext cx="4794250" cy="25317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演示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Palatino Linotype</vt:lpstr>
      <vt:lpstr>等线</vt:lpstr>
      <vt:lpstr>黑体</vt:lpstr>
      <vt:lpstr>Calibri</vt:lpstr>
      <vt:lpstr>Hei Regular</vt:lpstr>
      <vt:lpstr>Heiti SC Medium</vt:lpstr>
      <vt:lpstr>Calibri</vt:lpstr>
      <vt:lpstr>Arial</vt:lpstr>
      <vt:lpstr>微软雅黑 Light</vt:lpstr>
      <vt:lpstr>Heiti SC Medium</vt:lpstr>
      <vt:lpstr>微软雅黑</vt:lpstr>
      <vt:lpstr>元素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210</cp:revision>
  <cp:lastPrinted>2024-05-27T04:20:00Z</cp:lastPrinted>
  <dcterms:created xsi:type="dcterms:W3CDTF">2024-05-27T04:50:00Z</dcterms:created>
  <dcterms:modified xsi:type="dcterms:W3CDTF">2026-06-24T10:00:29Z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440114A338B54502A48B917808663306_13</vt:lpwstr>
  </property>
</Properties>
</file>