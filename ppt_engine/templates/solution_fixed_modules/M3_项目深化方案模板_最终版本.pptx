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handoutMasterIdLst>
    <p:handoutMasterId r:id="rId13"/>
  </p:handoutMasterIdLst>
  <p:sldIdLst>
    <p:sldId id="4375" r:id="rId3"/>
    <p:sldId id="5200" r:id="rId4"/>
    <p:sldId id="5201" r:id="rId5"/>
    <p:sldId id="5202" r:id="rId6"/>
    <p:sldId id="5203" r:id="rId7"/>
    <p:sldId id="5204" r:id="rId8"/>
    <p:sldId id="5205" r:id="rId9"/>
    <p:sldId id="5206" r:id="rId10"/>
    <p:sldId id="5207" r:id="rId11"/>
  </p:sldIdLst>
  <p:sldSz cx="12192000" cy="6858000"/>
  <p:notesSz cx="6797675" cy="9926638"/>
  <p:custDataLst>
    <p:tags r:id="rId14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等线" panose="02010600030101010101" charset="-122"/>
      </a:defRPr>
    </a:lvl9pPr>
  </p:defaultTextStyle>
  <p:extLst>
    <p:ext uri="{521415D9-36F7-43E2-AB2F-B90AF26B5E84}">
      <p14:sectionLst xmlns:p14="http://schemas.microsoft.com/office/powerpoint/2010/main">
        <p14:section name="默认节" id="{93327E70-49BC-45F7-B959-D8DD71B44DFC}">
          <p14:sldIdLst>
            <p14:sldId id="4375"/>
            <p14:sldId id="5200"/>
            <p14:sldId id="5201"/>
            <p14:sldId id="5202"/>
            <p14:sldId id="5203"/>
            <p14:sldId id="5204"/>
            <p14:sldId id="5205"/>
            <p14:sldId id="5206"/>
            <p14:sldId id="5207"/>
          </p14:sldIdLst>
        </p14:section>
        <p14:section name="无标题节" id="{A86C6A56-BBCB-47CF-982C-96A19FEFF8B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258" userDrawn="1">
          <p15:clr>
            <a:srgbClr val="A4A3A4"/>
          </p15:clr>
        </p15:guide>
        <p15:guide id="2" pos="389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1" name="幸全" initials="幸全" lastIdx="1" clrIdx="0"/>
  <p:cmAuthor id="2" name="zhanghongtao" initials="z" lastIdx="1" clrIdx="1"/>
  <p:cmAuthor id="3" name="u3265" initials="u" lastIdx="2" clrIdx="2"/>
  <p:cmAuthor id="4" name="fuziyi" initials="f" lastIdx="1" clrIdx="3"/>
  <p:cmAuthor id="5" name="840456548" initials="8" lastIdx="1" clrIdx="4"/>
  <p:cmAuthor id="6" name="alj2016" initials="a" lastIdx="1" clrIdx="5"/>
  <p:cmAuthor id="8" name="fangyonghua" initials="f" lastIdx="1" clrIdx="7"/>
  <p:cmAuthor id="10" name="作者" initials="A" lastIdx="0" clrIdx="9"/>
  <p:cmAuthor id="11" name="肖卫杰" initials="肖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000" name="张娜_J7jynmI3" initials="authorId_2328097559" lastIdx="0" clrIdx="0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4A8"/>
    <a:srgbClr val="0070C0"/>
    <a:srgbClr val="000000"/>
    <a:srgbClr val="005491"/>
    <a:srgbClr val="8F96C6"/>
    <a:srgbClr val="1770B8"/>
    <a:srgbClr val="0058C3"/>
    <a:srgbClr val="0062B1"/>
    <a:srgbClr val="DCDCDC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03" autoAdjust="0"/>
    <p:restoredTop sz="95261" autoAdjust="0"/>
  </p:normalViewPr>
  <p:slideViewPr>
    <p:cSldViewPr snapToObjects="1" showGuides="1">
      <p:cViewPr varScale="1">
        <p:scale>
          <a:sx n="82" d="100"/>
          <a:sy n="82" d="100"/>
        </p:scale>
        <p:origin x="52" y="496"/>
      </p:cViewPr>
      <p:guideLst>
        <p:guide orient="horz" pos="2258"/>
        <p:guide pos="3894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40" d="100"/>
        <a:sy n="40" d="100"/>
      </p:scale>
      <p:origin x="0" y="0"/>
    </p:cViewPr>
  </p:sorterViewPr>
  <p:notesViewPr>
    <p:cSldViewPr snapToObjects="1">
      <p:cViewPr varScale="1">
        <p:scale>
          <a:sx n="47" d="100"/>
          <a:sy n="47" d="100"/>
        </p:scale>
        <p:origin x="2708" y="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748" cy="540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18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16573" y="0"/>
            <a:ext cx="2919748" cy="540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180"/>
            </a:lvl1pPr>
          </a:lstStyle>
          <a:p>
            <a:fld id="{0F9B84EA-7D68-4D60-9CB1-D50884785D1C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10234923"/>
            <a:ext cx="2919748" cy="54064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8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16573" y="10234923"/>
            <a:ext cx="2919748" cy="54064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8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2" name="Shape 142"/>
          <p:cNvSpPr>
            <a:spLocks noGrp="1"/>
          </p:cNvSpPr>
          <p:nvPr>
            <p:ph type="body" sz="quarter" idx="1"/>
          </p:nvPr>
        </p:nvSpPr>
        <p:spPr>
          <a:xfrm>
            <a:off x="906357" y="4715153"/>
            <a:ext cx="4984962" cy="4466987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 b="0" i="0">
        <a:latin typeface="微软雅黑" panose="020B0503020204020204" charset="-122"/>
        <a:ea typeface="微软雅黑" panose="020B0503020204020204" charset="-122"/>
        <a:cs typeface="+mn-cs"/>
        <a:sym typeface="等线" panose="02010600030101010101" charset="-122"/>
      </a:defRPr>
    </a:lvl1pPr>
    <a:lvl2pPr indent="228600" latinLnBrk="0">
      <a:defRPr sz="1200">
        <a:latin typeface="+mn-lt"/>
        <a:ea typeface="+mn-ea"/>
        <a:cs typeface="+mn-cs"/>
        <a:sym typeface="等线" panose="02010600030101010101" charset="-122"/>
      </a:defRPr>
    </a:lvl2pPr>
    <a:lvl3pPr indent="457200" latinLnBrk="0">
      <a:defRPr sz="1200">
        <a:latin typeface="+mn-lt"/>
        <a:ea typeface="+mn-ea"/>
        <a:cs typeface="+mn-cs"/>
        <a:sym typeface="等线" panose="02010600030101010101" charset="-122"/>
      </a:defRPr>
    </a:lvl3pPr>
    <a:lvl4pPr indent="685800" latinLnBrk="0">
      <a:defRPr sz="1200">
        <a:latin typeface="+mn-lt"/>
        <a:ea typeface="+mn-ea"/>
        <a:cs typeface="+mn-cs"/>
        <a:sym typeface="等线" panose="02010600030101010101" charset="-122"/>
      </a:defRPr>
    </a:lvl4pPr>
    <a:lvl5pPr indent="914400" latinLnBrk="0">
      <a:defRPr sz="1200">
        <a:latin typeface="+mn-lt"/>
        <a:ea typeface="+mn-ea"/>
        <a:cs typeface="+mn-cs"/>
        <a:sym typeface="等线" panose="02010600030101010101" charset="-122"/>
      </a:defRPr>
    </a:lvl5pPr>
    <a:lvl6pPr indent="1143000" latinLnBrk="0">
      <a:defRPr sz="1200">
        <a:latin typeface="+mn-lt"/>
        <a:ea typeface="+mn-ea"/>
        <a:cs typeface="+mn-cs"/>
        <a:sym typeface="等线" panose="02010600030101010101" charset="-122"/>
      </a:defRPr>
    </a:lvl6pPr>
    <a:lvl7pPr indent="1371600" latinLnBrk="0">
      <a:defRPr sz="1200">
        <a:latin typeface="+mn-lt"/>
        <a:ea typeface="+mn-ea"/>
        <a:cs typeface="+mn-cs"/>
        <a:sym typeface="等线" panose="02010600030101010101" charset="-122"/>
      </a:defRPr>
    </a:lvl7pPr>
    <a:lvl8pPr indent="1600200" latinLnBrk="0">
      <a:defRPr sz="1200">
        <a:latin typeface="+mn-lt"/>
        <a:ea typeface="+mn-ea"/>
        <a:cs typeface="+mn-cs"/>
        <a:sym typeface="等线" panose="02010600030101010101" charset="-122"/>
      </a:defRPr>
    </a:lvl8pPr>
    <a:lvl9pPr indent="1828800" latinLnBrk="0">
      <a:defRPr sz="1200">
        <a:latin typeface="+mn-lt"/>
        <a:ea typeface="+mn-ea"/>
        <a:cs typeface="+mn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C4CC4-C66A-6053-03D1-9429C9351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AE7059-F8F9-A7DE-128B-83B5FD873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18A9CE-6068-9154-715B-C8AA934F5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77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4B972-CBCD-AE5F-75A6-1F543DD5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085DA1-C479-5D32-C6F9-4D5C130A5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61784D-EC65-6AD1-AD39-737257640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7835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68BA9-7BBD-2AAF-5EE0-CA33F5EA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06E66B-349F-9E87-5BD2-2B259ACBB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54EF9-D42B-93B5-4285-8DF444EB8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33491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9FFE0-0670-2BDA-B9FF-E2896987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C17483-FBBE-FD3D-79AA-3BEB9CB5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3C4F89-2D46-4EC8-9ED6-5EFA407D1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83977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446C-1D99-4CE5-0098-E1AAFAB46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0DE51B-A49D-35B2-DFFD-E88A239F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E46648-C6BB-757C-2114-085C41EB3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274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509F-0901-0E91-9173-53F9FCF70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3864E6-F8B4-FA0E-5605-7684937B3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5A81C1-47AD-AC18-1132-2D27EE8F3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981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CB3EA-1F29-E484-4610-F04A0DB1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A704A6-A98D-E39A-B2AC-CD0E4A79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EEDD07-B116-4DE9-0EA9-432FCAA96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1300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DF407-A9EB-6679-F72D-AE35E522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28AAC7D-88B2-FED9-82AD-A658BD5C5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DE765B-FFAB-479B-05BA-E08E08F5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137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80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1681163"/>
            <a:ext cx="5157790" cy="82391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24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8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82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90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05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3187" y="987425"/>
            <a:ext cx="6172204" cy="4873625"/>
          </a:xfrm>
          <a:prstGeom prst="rect">
            <a:avLst/>
          </a:prstGeom>
        </p:spPr>
        <p:txBody>
          <a:bodyPr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718185" indent="-260985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1219200" indent="-30480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1737360" indent="-36576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2194560" indent="-365760">
              <a:defRPr sz="32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0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107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15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5"/>
            <a:ext cx="6172204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>
            <a:lvl1pPr>
              <a:defRPr b="0" i="0">
                <a:latin typeface="Hei Regular" pitchFamily="2" charset="-122"/>
                <a:ea typeface="Hei Regular" pitchFamily="2" charset="-122"/>
              </a:defRPr>
            </a:lvl1pPr>
          </a:lstStyle>
          <a:p>
            <a:endParaRPr/>
          </a:p>
        </p:txBody>
      </p:sp>
      <p:sp>
        <p:nvSpPr>
          <p:cNvPr id="116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1600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17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34" name="正文级别 1…"/>
          <p:cNvSpPr txBox="1"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35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3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35"/>
            </a:lvl1pPr>
            <a:lvl2pPr marL="457200" indent="0" algn="ctr">
              <a:buNone/>
              <a:defRPr sz="201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585"/>
            </a:lvl4pPr>
            <a:lvl5pPr marL="1828165" indent="0" algn="ctr">
              <a:buNone/>
              <a:defRPr sz="1585"/>
            </a:lvl5pPr>
            <a:lvl6pPr marL="2286000" indent="0" algn="ctr">
              <a:buNone/>
              <a:defRPr sz="1585"/>
            </a:lvl6pPr>
            <a:lvl7pPr marL="2742565" indent="0" algn="ctr">
              <a:buNone/>
              <a:defRPr sz="1585"/>
            </a:lvl7pPr>
            <a:lvl8pPr marL="3199765" indent="0" algn="ctr">
              <a:buNone/>
              <a:defRPr sz="1585"/>
            </a:lvl8pPr>
            <a:lvl9pPr marL="3656965" indent="0" algn="ctr">
              <a:buNone/>
              <a:defRPr sz="158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30641" y="6400416"/>
            <a:ext cx="323161" cy="276995"/>
          </a:xfrm>
        </p:spPr>
        <p:txBody>
          <a:bodyPr/>
          <a:lstStyle/>
          <a:p>
            <a:fld id="{5A91BCD2-8BF3-1742-8099-0EBEF2398C2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1" y="2971799"/>
            <a:ext cx="3556000" cy="238840"/>
          </a:xfrm>
          <a:prstGeom prst="rect">
            <a:avLst/>
          </a:prstGeom>
          <a:ln w="12700">
            <a:miter lim="400000"/>
          </a:ln>
        </p:spPr>
        <p:txBody>
          <a:bodyPr lIns="45716" tIns="45716" rIns="45716" bIns="45716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315" b="0" i="0">
                <a:latin typeface="Hei Regular" pitchFamily="2" charset="-122"/>
                <a:ea typeface="Hei Regular" pitchFamily="2" charset="-122"/>
              </a:rPr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35" b="0" i="0" err="1">
                <a:latin typeface="Hei Regular" pitchFamily="2" charset="-122"/>
                <a:ea typeface="Hei Regular" pitchFamily="2" charset="-122"/>
              </a:rPr>
              <a:t>ibaotu.com</a:t>
            </a:r>
            <a:endParaRPr sz="635" b="0" i="0">
              <a:latin typeface="Hei Regular" pitchFamily="2" charset="-122"/>
              <a:ea typeface="Hei Regular" pitchFamily="2" charset="-122"/>
            </a:endParaRPr>
          </a:p>
        </p:txBody>
      </p:sp>
      <p:sp>
        <p:nvSpPr>
          <p:cNvPr id="2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610412" y="6490735"/>
            <a:ext cx="337589" cy="287767"/>
          </a:xfrm>
          <a:prstGeom prst="rect">
            <a:avLst/>
          </a:prstGeom>
        </p:spPr>
        <p:txBody>
          <a:bodyPr/>
          <a:lstStyle>
            <a:lvl1pPr>
              <a:defRPr sz="127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/>
                <a:sym typeface="Arial" panose="020B060402020202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/>
          <p:cNvSpPr>
            <a:spLocks noGrp="1"/>
          </p:cNvSpPr>
          <p:nvPr>
            <p:ph type="pic" sz="quarter" idx="10"/>
          </p:nvPr>
        </p:nvSpPr>
        <p:spPr>
          <a:xfrm>
            <a:off x="1866900" y="0"/>
            <a:ext cx="5772150" cy="6858000"/>
          </a:xfrm>
          <a:custGeom>
            <a:avLst/>
            <a:gdLst>
              <a:gd name="connsiteX0" fmla="*/ 2671928 w 5772150"/>
              <a:gd name="connsiteY0" fmla="*/ 0 h 6858000"/>
              <a:gd name="connsiteX1" fmla="*/ 5772150 w 5772150"/>
              <a:gd name="connsiteY1" fmla="*/ 0 h 6858000"/>
              <a:gd name="connsiteX2" fmla="*/ 3100222 w 5772150"/>
              <a:gd name="connsiteY2" fmla="*/ 6858000 h 6858000"/>
              <a:gd name="connsiteX3" fmla="*/ 0 w 577215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72150" h="6858000">
                <a:moveTo>
                  <a:pt x="2671928" y="0"/>
                </a:moveTo>
                <a:lnTo>
                  <a:pt x="5772150" y="0"/>
                </a:lnTo>
                <a:lnTo>
                  <a:pt x="310022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1" y="2971799"/>
            <a:ext cx="3556000" cy="238840"/>
          </a:xfrm>
          <a:prstGeom prst="rect">
            <a:avLst/>
          </a:prstGeom>
          <a:ln w="12700">
            <a:miter lim="400000"/>
          </a:ln>
        </p:spPr>
        <p:txBody>
          <a:bodyPr lIns="45716" tIns="45716" rIns="45716" bIns="45716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315" b="0" i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35" b="0" i="0" err="1"/>
              <a:t>ibaotu.com</a:t>
            </a:r>
            <a:endParaRPr sz="635" b="0" i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71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838200" y="1825624"/>
            <a:ext cx="5181600" cy="435133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72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8" y="365126"/>
            <a:ext cx="10515601" cy="132556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80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1681163"/>
            <a:ext cx="5157790" cy="82391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243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8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82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9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1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05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3187" y="987426"/>
            <a:ext cx="6172204" cy="4873625"/>
          </a:xfrm>
          <a:prstGeom prst="rect">
            <a:avLst/>
          </a:prstGeom>
        </p:spPr>
        <p:txBody>
          <a:bodyPr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718185" indent="-260985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1218565" indent="-30480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1737360" indent="-36576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2194560" indent="-365760">
              <a:defRPr sz="317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0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dirty="0"/>
          </a:p>
        </p:txBody>
      </p:sp>
      <p:sp>
        <p:nvSpPr>
          <p:cNvPr id="10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1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175" b="0" i="0">
                <a:latin typeface="微软雅黑" panose="020B0503020204020204" charset="-122"/>
                <a:ea typeface="微软雅黑" panose="020B0503020204020204" charset="-122"/>
                <a:cs typeface="Calibri Light" panose="020F0302020204030204"/>
                <a:sym typeface="Calibri Light" panose="020F0302020204030204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15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6"/>
            <a:ext cx="6172204" cy="4873625"/>
          </a:xfrm>
          <a:prstGeom prst="rect">
            <a:avLst/>
          </a:prstGeom>
        </p:spPr>
        <p:txBody>
          <a:bodyPr lIns="86410" tIns="43204" rIns="86410" bIns="43204">
            <a:noAutofit/>
          </a:bodyPr>
          <a:lstStyle>
            <a:lvl1pPr>
              <a:defRPr b="0" i="0">
                <a:latin typeface="Hei Regular" pitchFamily="2" charset="-122"/>
                <a:ea typeface="Hei Regular" pitchFamily="2" charset="-122"/>
              </a:defRPr>
            </a:lvl1pPr>
          </a:lstStyle>
          <a:p>
            <a:endParaRPr/>
          </a:p>
        </p:txBody>
      </p:sp>
      <p:sp>
        <p:nvSpPr>
          <p:cNvPr id="116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1pPr>
            <a:lvl2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2pPr>
            <a:lvl3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3pPr>
            <a:lvl4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4pPr>
            <a:lvl5pPr marL="0" indent="0">
              <a:buSzTx/>
              <a:buFontTx/>
              <a:buNone/>
              <a:defRPr sz="1585"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1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25" name="正文级别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26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dirty="0" err="1"/>
              <a:t>标题文本</a:t>
            </a:r>
            <a:endParaRPr dirty="0"/>
          </a:p>
        </p:txBody>
      </p:sp>
      <p:sp>
        <p:nvSpPr>
          <p:cNvPr id="134" name="正文级别 1…"/>
          <p:cNvSpPr txBox="1"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 b="0" i="0"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defRPr b="0" i="0"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b="0" i="0">
                <a:latin typeface="微软雅黑" panose="020B0503020204020204" charset="-122"/>
                <a:ea typeface="微软雅黑" panose="020B0503020204020204" charset="-122"/>
              </a:defRPr>
            </a:lvl4pPr>
            <a:lvl5pPr>
              <a:defRPr b="0" i="0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135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30641" y="6400416"/>
            <a:ext cx="323161" cy="276995"/>
          </a:xfrm>
          <a:prstGeom prst="rect">
            <a:avLst/>
          </a:prstGeom>
        </p:spPr>
        <p:txBody>
          <a:bodyPr/>
          <a:lstStyle/>
          <a:p>
            <a:fld id="{5A91BCD2-8BF3-1742-8099-0EBEF2398C2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3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35"/>
            </a:lvl1pPr>
            <a:lvl2pPr marL="457200" indent="0" algn="ctr">
              <a:buNone/>
              <a:defRPr sz="201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585"/>
            </a:lvl4pPr>
            <a:lvl5pPr marL="1828165" indent="0" algn="ctr">
              <a:buNone/>
              <a:defRPr sz="1585"/>
            </a:lvl5pPr>
            <a:lvl6pPr marL="2286000" indent="0" algn="ctr">
              <a:buNone/>
              <a:defRPr sz="1585"/>
            </a:lvl6pPr>
            <a:lvl7pPr marL="2742565" indent="0" algn="ctr">
              <a:buNone/>
              <a:defRPr sz="1585"/>
            </a:lvl7pPr>
            <a:lvl8pPr marL="3199765" indent="0" algn="ctr">
              <a:buNone/>
              <a:defRPr sz="1585"/>
            </a:lvl8pPr>
            <a:lvl9pPr marL="3656965" indent="0" algn="ctr">
              <a:buNone/>
              <a:defRPr sz="158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lIns="91440" tIns="45720" rIns="91440" bIns="45720"/>
          <a:lstStyle/>
          <a:p>
            <a:endParaRPr kumimoji="1" lang="zh-CN" altLang="en-US"/>
          </a:p>
        </p:txBody>
      </p:sp>
      <p:sp>
        <p:nvSpPr>
          <p:cNvPr id="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037578" y="6403171"/>
            <a:ext cx="316224" cy="271486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rPr dirty="0" err="1"/>
              <a:t>标题文本</a:t>
            </a:r>
            <a:endParaRPr dirty="0"/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320" y="131281"/>
            <a:ext cx="2540300" cy="105507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hf sldNum="0" hdr="0" ftr="0" dt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  <a:ln w="12700">
            <a:miter lim="400000"/>
          </a:ln>
        </p:spPr>
        <p:txBody>
          <a:bodyPr lIns="43204" tIns="43204" rIns="43204" bIns="43204" anchor="ctr">
            <a:normAutofit/>
          </a:bodyPr>
          <a:lstStyle/>
          <a:p>
            <a:r>
              <a:rPr dirty="0" err="1"/>
              <a:t>标题文本</a:t>
            </a:r>
            <a:endParaRPr dirty="0"/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838201" y="1825624"/>
            <a:ext cx="10515600" cy="4351339"/>
          </a:xfrm>
          <a:prstGeom prst="rect">
            <a:avLst/>
          </a:prstGeom>
          <a:ln w="12700">
            <a:miter lim="400000"/>
          </a:ln>
        </p:spPr>
        <p:txBody>
          <a:bodyPr lIns="43204" tIns="43204" rIns="43204" bIns="43204">
            <a:normAutofit/>
          </a:bodyPr>
          <a:lstStyle/>
          <a:p>
            <a:r>
              <a:rPr dirty="0" err="1"/>
              <a:t>正文级别</a:t>
            </a:r>
            <a:r>
              <a:rPr dirty="0"/>
              <a:t> 1</a:t>
            </a:r>
          </a:p>
          <a:p>
            <a:pPr lvl="1"/>
            <a:r>
              <a:rPr dirty="0" err="1"/>
              <a:t>正文级别</a:t>
            </a:r>
            <a:r>
              <a:rPr dirty="0"/>
              <a:t> 2</a:t>
            </a:r>
          </a:p>
          <a:p>
            <a:pPr lvl="2"/>
            <a:r>
              <a:rPr dirty="0" err="1"/>
              <a:t>正文级别</a:t>
            </a:r>
            <a:r>
              <a:rPr dirty="0"/>
              <a:t> 3</a:t>
            </a:r>
          </a:p>
          <a:p>
            <a:pPr lvl="3"/>
            <a:r>
              <a:rPr dirty="0" err="1"/>
              <a:t>正文级别</a:t>
            </a:r>
            <a:r>
              <a:rPr dirty="0"/>
              <a:t> 4</a:t>
            </a:r>
          </a:p>
          <a:p>
            <a:pPr lvl="4"/>
            <a:r>
              <a:rPr dirty="0" err="1"/>
              <a:t>正文级别</a:t>
            </a:r>
            <a:r>
              <a:rPr dirty="0"/>
              <a:t> 5</a:t>
            </a: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2" t="20748" r="5290" b="14163"/>
          <a:stretch>
            <a:fillRect/>
          </a:stretch>
        </p:blipFill>
        <p:spPr>
          <a:xfrm>
            <a:off x="9393219" y="365126"/>
            <a:ext cx="1960584" cy="602403"/>
          </a:xfrm>
          <a:prstGeom prst="rect">
            <a:avLst/>
          </a:prstGeom>
        </p:spPr>
      </p:pic>
      <p:sp>
        <p:nvSpPr>
          <p:cNvPr id="6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1067508" y="6400415"/>
            <a:ext cx="286293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 b="0" i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Calibri" panose="020F0502020204030204"/>
                <a:sym typeface="Calibri" panose="020F050202020403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ransition spd="med"/>
  <p:hf sldNum="0" hdr="0" ftr="0" dt="0"/>
  <p:txStyles>
    <p:titleStyle>
      <a:lvl1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lvl1pPr>
      <a:lvl2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2pPr>
      <a:lvl3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3pPr>
      <a:lvl4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4pPr>
      <a:lvl5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5pPr>
      <a:lvl6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913765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45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28600" marR="0" indent="-228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1pPr>
      <a:lvl2pPr marL="723900" marR="0" indent="-2667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2pPr>
      <a:lvl3pPr marL="1234440" marR="0" indent="-32004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3pPr>
      <a:lvl4pPr marL="17265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4pPr>
      <a:lvl5pPr marL="2184400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Calibri" panose="020F0502020204030204"/>
          <a:sym typeface="Calibri" panose="020F0502020204030204"/>
        </a:defRPr>
      </a:lvl5pPr>
      <a:lvl6pPr marL="26409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3098800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5553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4012565" marR="0" indent="-355600" algn="l" defTabSz="913765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75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5656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65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766839" y="332956"/>
            <a:ext cx="4850510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一、项目基本情况 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51384" y="908374"/>
            <a:ext cx="10957560" cy="953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355600" algn="l" defTabSz="266700">
              <a:spcBef>
                <a:spcPct val="0"/>
              </a:spcBef>
              <a:spcAft>
                <a:spcPct val="0"/>
              </a:spcAft>
            </a:pPr>
            <a:r>
              <a:rPr dirty="0"/>
              <a:t>{{m3_basic_summary}}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2" name="TextBox 922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9223" name="TextBox 9222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9224" name="{{image:project_scope_map}}"/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{{image:m3_basic}}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C197-8E2C-CE6F-3579-7A9799D3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FE5A338-3D26-75D3-8B83-D0B85A244527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二、项目线路图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DEA30D-2715-A771-D5BF-9FF497AD5AD0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{{m3_line_summary}}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AE20FC-E4B5-E222-6D08-EA94AC88A428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{{image:m3_line}}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44617848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AC1C-506A-B799-1A83-2DB4BD99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3BAC94D7-458B-D124-90E2-BF8D4EC98B9D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三、敏感点路段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143A135-F51E-BC3B-5A27-0E0010673D14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{{m3_sensitive_points_summary}}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43EE191-63B8-2953-5512-1A155E244F0E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{{image:m3_sensitive_points}}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2588044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1C75-B9E0-DDDA-A2D4-18352763D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A58C364-6A62-1581-AACD-449A1325EAB0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四、工程量统计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0D5D0B-ED1D-F3D6-8554-8EEAE050154C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{{m3_quantity_summary}}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9BF77606-78A3-2527-DC35-4EC57CC34C1B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{{image:m3_quantity}}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47821123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3F02D-0038-1037-2D28-B0EF0216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07A1B16-9A71-F527-10AA-8ED438CC5548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五、</a:t>
            </a: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结构形式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8A1E361-3757-9241-3B93-866757F8F135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{{m3_structure_summary}}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0AF35DA6-D8CB-110F-D0E8-F70C34574588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{{image:m3_structure}}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8839671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14FE-012C-CD00-6BE1-01D0EE27B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E8FEFB9-8423-85F8-2C90-35DC923CD117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六、现场踏勘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C4B0EB9-A8C3-056A-0140-FDF9A64BDA2D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/>
              <a:t>{{m3_site_survey_summary}}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B5F72045-A9E2-B066-0F7E-9A7817A862D6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{{image:m3_site_survey}}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2610644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D526-DCDD-D52F-5DCD-921CCE055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4E62D13-F43F-0949-5B2A-E7C59C078AC4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七、现场勘察情况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8B8B05-EA63-2668-5867-BE5821CFD1EB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{{m3_investigation_summary}}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E005CC-CC07-624B-C0DD-35F2EB9B31CC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{{image:m3_investigation}}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32777904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A692-3E6A-98CC-B967-B01E0A26A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09CF5E1-1CB1-4422-7C2A-C0E6501BAD47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八、项目重难点分析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F0BF0CC-60AE-7916-9C37-11080B5CCEDB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{{m3_risk_summary}}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01B6E9F-195B-1452-CD5A-6686C039221D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{{image:m3_risk}}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9845142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3D33-285C-212C-0ED5-7560495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9F486A6-F639-44E6-E1EE-FD3769E2A2B2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九、重难点应对措施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AF4A518-B4D0-CDFF-9100-85DDDCC97235}"/>
              </a:ext>
            </a:extLst>
          </p:cNvPr>
          <p:cNvSpPr txBox="1"/>
          <p:nvPr/>
        </p:nvSpPr>
        <p:spPr>
          <a:xfrm>
            <a:off x="551384" y="908374"/>
            <a:ext cx="10957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55600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/>
              <a:t>{{m3_solution_summary}}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A354D15-F658-159F-D8E4-363B964DF3BF}"/>
              </a:ext>
            </a:extLst>
          </p:cNvPr>
          <p:cNvSpPr txBox="1"/>
          <p:nvPr/>
        </p:nvSpPr>
        <p:spPr>
          <a:xfrm>
            <a:off x="983432" y="1988840"/>
            <a:ext cx="9665969" cy="4672222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400" b="1" dirty="0">
                <a:solidFill>
                  <a:srgbClr val="1565C0"/>
                </a:solidFill>
                <a:latin typeface="Microsoft YaHei"/>
              </a:rPr>
              <a:t>{{image:m3_solution}}</a:t>
            </a:r>
            <a:endParaRPr sz="1400" b="1" dirty="0">
              <a:solidFill>
                <a:srgbClr val="1565C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94731086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04a6b77b-2ed5-4913-af53-59a35d91aee6"/>
  <p:tag name="COMMONDATA" val="eyJoZGlkIjoiNDJkNzI2NzI4OTE5YTAyOWZjYTM4YWRhZWQzZjFkYzkifQ=="/>
</p:tagLst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C00000"/>
        </a:solidFill>
        <a:ln w="25400" cap="flat">
          <a:solidFill>
            <a:srgbClr val="C00000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367</Words>
  <Application>Microsoft Office PowerPoint</Application>
  <PresentationFormat>宽屏</PresentationFormat>
  <Paragraphs>54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Hei Regular</vt:lpstr>
      <vt:lpstr>Heiti SC Medium</vt:lpstr>
      <vt:lpstr>宋体</vt:lpstr>
      <vt:lpstr>Microsoft YaHei</vt:lpstr>
      <vt:lpstr>Microsoft YaHei</vt:lpstr>
      <vt:lpstr>Arial</vt:lpstr>
      <vt:lpstr>Calibri</vt:lpstr>
      <vt:lpstr>包图主题2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曹萍萍</dc:creator>
  <cp:lastModifiedBy>zm</cp:lastModifiedBy>
  <cp:revision>83</cp:revision>
  <cp:lastPrinted>2024-11-07T00:33:00Z</cp:lastPrinted>
  <dcterms:created xsi:type="dcterms:W3CDTF">2024-11-07T01:07:00Z</dcterms:created>
  <dcterms:modified xsi:type="dcterms:W3CDTF">2026-05-21T01:47:18Z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229DA4D8A06B471FB478530386A494D2_13</vt:lpwstr>
  </property>
</Properties>
</file>