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4375" r:id="rId2"/>
    <p:sldId id="4376" r:id="rId3"/>
    <p:sldId id="5200" r:id="rId4"/>
    <p:sldId id="5201" r:id="rId5"/>
    <p:sldId id="5202" r:id="rId6"/>
    <p:sldId id="5203" r:id="rId7"/>
    <p:sldId id="5204" r:id="rId8"/>
    <p:sldId id="5205" r:id="rId9"/>
    <p:sldId id="5206" r:id="rId10"/>
    <p:sldId id="5207" r:id="rId11"/>
  </p:sldIdLst>
  <p:sldSz cx="11522075" cy="6480175"/>
  <p:notesSz cx="6797675" cy="9926638"/>
  <p:custDataLst>
    <p:tags r:id="rId14"/>
  </p:custDataLst>
  <p:defaultTextStyle>
    <a:defPPr>
      <a:defRPr lang="zh-CN"/>
    </a:defPPr>
    <a:lvl1pPr marL="0" lvl="0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1pPr>
    <a:lvl2pPr marL="457200" lvl="1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2pPr>
    <a:lvl3pPr marL="914400" lvl="2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3pPr>
    <a:lvl4pPr marL="1371600" lvl="3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4pPr>
    <a:lvl5pPr marL="1828800" lvl="4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5pPr>
    <a:lvl6pPr marL="2286000" lvl="5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6pPr>
    <a:lvl7pPr marL="2743200" lvl="6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7pPr>
    <a:lvl8pPr marL="3200400" lvl="7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8pPr>
    <a:lvl9pPr marL="3657600" lvl="8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9pPr>
  </p:defaultTextStyle>
  <p:extLst>
    <p:ext uri="{521415D9-36F7-43E2-AB2F-B90AF26B5E84}">
      <p14:sectionLst xmlns:p14="http://schemas.microsoft.com/office/powerpoint/2010/main">
        <p14:section name="默认节" id="{ED0C4620-9916-480A-93A0-007A6205049B}">
          <p14:sldIdLst>
            <p14:sldId id="4375"/>
          </p14:sldIdLst>
        </p14:section>
        <p14:section name="默认节" id="{93327E70-49BC-45F7-B959-D8DD71B44DFC}">
          <p14:sldIdLst>
            <p14:sldId id="4376"/>
            <p14:sldId id="5200"/>
            <p14:sldId id="5201"/>
            <p14:sldId id="5202"/>
            <p14:sldId id="5203"/>
            <p14:sldId id="5204"/>
            <p14:sldId id="5205"/>
            <p14:sldId id="5206"/>
            <p14:sldId id="5207"/>
          </p14:sldIdLst>
        </p14:section>
        <p14:section name="无标题节" id="{A86C6A56-BBCB-47CF-982C-96A19FEFF8BA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98" userDrawn="1">
          <p15:clr>
            <a:srgbClr val="A4A3A4"/>
          </p15:clr>
        </p15:guide>
        <p15:guide id="2" pos="383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曹萍萍" initials="cpp" lastIdx="1" clrIdx="0"/>
  <p:cmAuthor id="29" name="wefe" initials="w" lastIdx="0" clrIdx="28"/>
  <p:cmAuthor id="1" name="幸全" initials="幸全" lastIdx="1" clrIdx="0"/>
  <p:cmAuthor id="30" name="ushop" initials="u" lastIdx="0" clrIdx="29"/>
  <p:cmAuthor id="2" name="作者" initials="A" lastIdx="0" clrIdx="1"/>
  <p:cmAuthor id="31" name="admin" initials="a" lastIdx="0" clrIdx="30"/>
  <p:cmAuthor id="3" name="u3265" initials="u" lastIdx="2" clrIdx="2"/>
  <p:cmAuthor id="4" name="fuziyi" initials="f" lastIdx="1" clrIdx="3"/>
  <p:cmAuthor id="5" name="肖卫杰" initials="肖" lastIdx="10" clrIdx="0"/>
  <p:cmAuthor id="6" name="alj2016" initials="a" lastIdx="1" clrIdx="5"/>
  <p:cmAuthor id="8" name="fangyonghua" initials="f" lastIdx="1" clrIdx="7"/>
  <p:cmAuthor id="9" name="张娜_J7jynmI3" initials="authorId_2328097559" lastIdx="0" clrIdx="8"/>
  <p:cmAuthor id="10" name="zhanghongtao" initials="z" lastIdx="0" clrIdx="9"/>
  <p:cmAuthor id="11" name="840456548" initials="8" lastIdx="0" clrIdx="10"/>
  <p:cmAuthor id="12" name="裔蕾" initials="裔蕾" lastIdx="0" clrIdx="11"/>
  <p:cmAuthor id="13" name="龚挺" initials="龚挺" lastIdx="0" clrIdx="12"/>
  <p:cmAuthor id="14" name="soonersxb" initials="s" lastIdx="0" clrIdx="13"/>
  <p:cmAuthor id="15" name="wangdan" initials="王丹" lastIdx="0" clrIdx="14"/>
  <p:cmAuthor id="16" name="1206988966@qq.com" initials="1" lastIdx="0" clrIdx="15"/>
  <p:cmAuthor id="17" name="姜伟光" initials="姜" lastIdx="0" clrIdx="16"/>
  <p:cmAuthor id="18" name="lenovo" initials="l" lastIdx="0" clrIdx="17"/>
  <p:cmAuthor id="19" name="Administrator" initials="A" lastIdx="0" clrIdx="18"/>
  <p:cmAuthor id="20" name="宋洁然" initials="宋" lastIdx="0" clrIdx="19"/>
  <p:cmAuthor id="21" name="ming qiu" initials="m" lastIdx="0" clrIdx="20"/>
  <p:cmAuthor id="22" name="胡潇文" initials="胡" lastIdx="0" clrIdx="21"/>
  <p:cmAuthor id="23" name="hu Selene" initials="hS" lastIdx="0" clrIdx="22"/>
  <p:cmAuthor id="24" name="Wang Rui" initials="WR" lastIdx="0" clrIdx="23"/>
  <p:cmAuthor id="25" name="DrYan" initials="D" lastIdx="0" clrIdx="24"/>
  <p:cmAuthor id="26" name="Lenovo" initials="L" lastIdx="0" clrIdx="25"/>
  <p:cmAuthor id="27" name="李 金峰" initials="李" lastIdx="0" clrIdx="26"/>
  <p:cmAuthor id="28" name="秦方方" initials="秦方方" lastIdx="0" clrIdx="27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hiddenSlides="1" scaleToFitPaper="1"/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58C4"/>
    <a:srgbClr val="BFBFBF"/>
    <a:srgbClr val="297ED5"/>
    <a:srgbClr val="0062B1"/>
    <a:srgbClr val="22C50C"/>
    <a:srgbClr val="C2BFD0"/>
    <a:srgbClr val="E4E5EA"/>
    <a:srgbClr val="C4BCC6"/>
    <a:srgbClr val="C4C3D5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1BAA403-AC97-4EF6-A78F-2AE45B316E2E}" styleName="表样式 1">
    <a:wholeTbl>
      <a:tcTxStyle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2H>
    <a:band1V>
      <a:tcStyle>
        <a:tcBdr/>
        <a:fill>
          <a:solidFill>
            <a:schemeClr val="accent1">
              <a:alpha val="25000"/>
              <a:lumMod val="40000"/>
              <a:lumOff val="60000"/>
            </a:schemeClr>
          </a:solidFill>
        </a:fill>
      </a:tcStyle>
    </a:band1V>
    <a:band2V>
      <a:tcStyle>
        <a:tcBdr/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>
              <a:noFill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50000"/>
              <a:lumMod val="40000"/>
              <a:lumOff val="6000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alpha val="50000"/>
              <a:lumMod val="40000"/>
              <a:lumOff val="60000"/>
            </a:schemeClr>
          </a:solidFill>
        </a:fill>
      </a:tcStyle>
    </a:firstCol>
    <a:la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lastRow>
    <a:fir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A894E5B-FB02-4862-83DE-3046D151FCFF}" styleName="表样式 1">
    <a:wholeTbl>
      <a:tcTxStyle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bg1">
              <a:alpha val="0"/>
            </a:schemeClr>
          </a:solidFill>
        </a:fill>
      </a:tcStyle>
    </a:wholeTbl>
    <a:band2H>
      <a:tcStyle>
        <a:tcBdr/>
        <a:fill>
          <a:solidFill>
            <a:schemeClr val="accent1">
              <a:lumMod val="40000"/>
              <a:lumOff val="60000"/>
              <a:alpha val="25000"/>
            </a:schemeClr>
          </a:solidFill>
        </a:fill>
      </a:tcStyle>
    </a:band2H>
    <a:band1V>
      <a:tcStyle>
        <a:tcBdr/>
        <a:fill>
          <a:solidFill>
            <a:schemeClr val="accent1">
              <a:lumMod val="40000"/>
              <a:lumOff val="60000"/>
              <a:alpha val="25000"/>
            </a:schemeClr>
          </a:solidFill>
        </a:fill>
      </a:tcStyle>
    </a:band1V>
    <a:band2V>
      <a:tcStyle>
        <a:tcBdr/>
        <a:fill>
          <a:solidFill>
            <a:schemeClr val="bg1">
              <a:alpha val="0"/>
            </a:schemeClr>
          </a:solidFill>
        </a:fill>
      </a:tcStyle>
    </a:band2V>
    <a:lastCol>
      <a:tcTxStyle b="on">
        <a:fontRef idx="none">
          <a:schemeClr val="tx1"/>
        </a:fontRef>
      </a:tcTxStyle>
      <a:tcStyle>
        <a:tcBdr>
          <a:left>
            <a:ln>
              <a:noFill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40000"/>
              <a:lumOff val="60000"/>
              <a:alpha val="50000"/>
            </a:schemeClr>
          </a:solidFill>
        </a:fill>
      </a:tcStyle>
    </a:lastCol>
    <a:firstCol>
      <a:tcTxStyle b="on">
        <a:fontRef idx="none">
          <a:schemeClr val="tx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lumMod val="40000"/>
              <a:lumOff val="60000"/>
              <a:alpha val="50000"/>
            </a:schemeClr>
          </a:solidFill>
        </a:fill>
      </a:tcStyle>
    </a:firstCol>
    <a:la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9525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lastRow>
    <a:firstRow>
      <a:tcTxStyle b="on">
        <a:fontRef idx="none">
          <a:schemeClr val="bg1"/>
        </a:fontRef>
      </a:tcTxStyle>
      <a:tcStyle>
        <a:tcBdr>
          <a:left>
            <a:ln w="12700" cmpd="sng">
              <a:solidFill>
                <a:schemeClr val="accent1"/>
              </a:solidFill>
              <a:prstDash val="solid"/>
            </a:ln>
          </a:left>
          <a:right>
            <a:ln w="12700" cmpd="sng">
              <a:solidFill>
                <a:schemeClr val="accent1"/>
              </a:solidFill>
              <a:prstDash val="solid"/>
            </a:ln>
          </a:right>
          <a:top>
            <a:ln w="12700" cmpd="sng">
              <a:solidFill>
                <a:schemeClr val="accent1"/>
              </a:solidFill>
              <a:prstDash val="solid"/>
            </a:ln>
          </a:top>
          <a:bottom>
            <a:ln w="12700" cmpd="sng">
              <a:solidFill>
                <a:schemeClr val="accent1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75"/>
    <p:restoredTop sz="88943" autoAdjust="0"/>
  </p:normalViewPr>
  <p:slideViewPr>
    <p:cSldViewPr snapToObjects="1" showGuides="1">
      <p:cViewPr varScale="1">
        <p:scale>
          <a:sx n="103" d="100"/>
          <a:sy n="103" d="100"/>
        </p:scale>
        <p:origin x="168" y="76"/>
      </p:cViewPr>
      <p:guideLst>
        <p:guide orient="horz" pos="2198"/>
        <p:guide pos="383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70" d="100"/>
        <a:sy n="70" d="100"/>
      </p:scale>
      <p:origin x="0" y="-2280"/>
    </p:cViewPr>
  </p:sorterViewPr>
  <p:gridSpacing cx="72005" cy="720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gs" Target="tags/tag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defRPr sz="1200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defRPr sz="1200" noProof="1" smtClean="0">
                <a:latin typeface="+mn-lt"/>
                <a:ea typeface="+mn-ea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4F3ECC0-6A79-47F3-B72E-62BC6FA2937C}" type="datetimeFigureOut">
              <a:rPr kumimoji="0" lang="zh-CN" alt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等线" panose="02010600030101010101" pitchFamily="2" charset="-122"/>
              </a:rPr>
              <a:t>2026/5/26</a:t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defRPr sz="1200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defRPr sz="1200" noProof="1" smtClean="0">
                <a:latin typeface="+mn-lt"/>
                <a:ea typeface="+mn-ea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0578AEC-777F-4531-87CC-AB874364F7C4}" type="slidenum">
              <a:rPr kumimoji="0" lang="zh-CN" alt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等线" panose="02010600030101010101" pitchFamily="2" charset="-122"/>
              </a:rPr>
              <a:t>‹#›</a:t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+mn-ea"/>
              <a:cs typeface="+mn-cs"/>
              <a:sym typeface="等线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Shape 141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7" name="Shape 142"/>
          <p:cNvSpPr>
            <a:spLocks noGrp="1"/>
          </p:cNvSpPr>
          <p:nvPr>
            <p:ph type="body" sz="quarter"/>
          </p:nvPr>
        </p:nvSpPr>
        <p:spPr>
          <a:xfrm>
            <a:off x="906463" y="4714875"/>
            <a:ext cx="4984750" cy="4467225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endParaRPr lang="zh-CN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Hei Regular" pitchFamily="2" charset="-122"/>
        <a:ea typeface="Hei Regular" pitchFamily="2" charset="-122"/>
        <a:cs typeface="+mn-cs"/>
        <a:sym typeface="等线" panose="02010600030101010101" pitchFamily="2" charset="-122"/>
      </a:defRPr>
    </a:lvl1pPr>
    <a:lvl2pPr marL="742950" indent="-28575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2pPr>
    <a:lvl3pPr marL="11430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3pPr>
    <a:lvl4pPr marL="16002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4pPr>
    <a:lvl5pPr marL="20574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5pPr>
    <a:lvl6pPr indent="1080135" latinLnBrk="0">
      <a:defRPr sz="1100">
        <a:latin typeface="+mn-lt"/>
        <a:ea typeface="+mn-ea"/>
        <a:cs typeface="+mn-cs"/>
        <a:sym typeface="等线" panose="02010600030101010101" pitchFamily="2" charset="-122"/>
      </a:defRPr>
    </a:lvl6pPr>
    <a:lvl7pPr indent="1296035" latinLnBrk="0">
      <a:defRPr sz="1100">
        <a:latin typeface="+mn-lt"/>
        <a:ea typeface="+mn-ea"/>
        <a:cs typeface="+mn-cs"/>
        <a:sym typeface="等线" panose="02010600030101010101" pitchFamily="2" charset="-122"/>
      </a:defRPr>
    </a:lvl7pPr>
    <a:lvl8pPr indent="1511935" latinLnBrk="0">
      <a:defRPr sz="1100">
        <a:latin typeface="+mn-lt"/>
        <a:ea typeface="+mn-ea"/>
        <a:cs typeface="+mn-cs"/>
        <a:sym typeface="等线" panose="02010600030101010101" pitchFamily="2" charset="-122"/>
      </a:defRPr>
    </a:lvl8pPr>
    <a:lvl9pPr indent="1728470" latinLnBrk="0">
      <a:defRPr sz="1100">
        <a:latin typeface="+mn-lt"/>
        <a:ea typeface="+mn-ea"/>
        <a:cs typeface="+mn-cs"/>
        <a:sym typeface="等线" panose="02010600030101010101" pitchFamily="2" charset="-122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施工线路长，声屏障高度高，结构型式多，工程体量大，占道施工。</a:t>
            </a:r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施工线路长，声屏障高度高，结构型式多，工程体量大，占道施工。</a:t>
            </a:r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C4CC4-C66A-6053-03D1-9429C9351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2AE7059-F8F9-A7DE-128B-83B5FD8739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D18A9CE-6068-9154-715B-C8AA934F55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施工线路长，声屏障高度高，结构型式多，工程体量大，占道施工。</a:t>
            </a:r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773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4B972-CBCD-AE5F-75A6-1F543DD5F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0085DA1-C479-5D32-C6F9-4D5C130A58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961784D-EC65-6AD1-AD39-7372576409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施工线路长，声屏障高度高，结构型式多，工程体量大，占道施工。</a:t>
            </a:r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78355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68BA9-7BBD-2AAF-5EE0-CA33F5EA0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406E66B-349F-9E87-5BD2-2B259ACBB9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2354EF9-D42B-93B5-4285-8DF444EB8C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施工线路长，声屏障高度高，结构型式多，工程体量大，占道施工。</a:t>
            </a:r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33491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9FFE0-0670-2BDA-B9FF-E2896987C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6C17483-FBBE-FD3D-79AA-3BEB9CB5E3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33C4F89-2D46-4EC8-9ED6-5EFA407D12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施工线路长，声屏障高度高，结构型式多，工程体量大，占道施工。</a:t>
            </a:r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83977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5446C-1D99-4CE5-0098-E1AAFAB46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70DE51B-A49D-35B2-DFFD-E88A239F4E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2E46648-C6BB-757C-2114-085C41EB33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施工线路长，声屏障高度高，结构型式多，工程体量大，占道施工。</a:t>
            </a:r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12747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9509F-0901-0E91-9173-53F9FCF70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83864E6-F8B4-FA0E-5605-7684937B32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15A81C1-47AD-AC18-1132-2D27EE8F3F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施工线路长，声屏障高度高，结构型式多，工程体量大，占道施工。</a:t>
            </a:r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89813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CB3EA-1F29-E484-4610-F04A0DB12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8A704A6-A98D-E39A-B2AC-CD0E4A79C2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8EEDD07-B116-4DE9-0EA9-432FCAA962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施工线路长，声屏障高度高，结构型式多，工程体量大，占道施工。</a:t>
            </a:r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71300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DF407-A9EB-6679-F72D-AE35E5221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28AAC7D-88B2-FED9-82AD-A658BD5C5A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6DE765B-FFAB-479B-05BA-E08E08F57B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施工线路长，声屏障高度高，结构型式多，工程体量大，占道施工。</a:t>
            </a:r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261371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65B7D-B529-4D68-BC16-03759A9C2313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  <a:t>‹#›</a:t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print"/>
          <a:srcRect/>
          <a:stretch>
            <a:fillRect/>
          </a:stretch>
        </p:blipFill>
        <p:spPr>
          <a:xfrm>
            <a:off x="0" y="69122"/>
            <a:ext cx="11522075" cy="721494"/>
          </a:xfrm>
          <a:prstGeom prst="rect">
            <a:avLst/>
          </a:prstGeom>
        </p:spPr>
      </p:pic>
      <p:sp>
        <p:nvSpPr>
          <p:cNvPr id="6" name="文本框 5"/>
          <p:cNvSpPr txBox="1"/>
          <p:nvPr userDrawn="1"/>
        </p:nvSpPr>
        <p:spPr>
          <a:xfrm>
            <a:off x="10932937" y="6131190"/>
            <a:ext cx="589138" cy="323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6CBEC8B-D4F5-4765-BA16-D6C967C3AE9B}" type="slidenum">
              <a:rPr lang="zh-CN" altLang="en-US" sz="1510" smtClean="0">
                <a:solidFill>
                  <a:schemeClr val="bg1">
                    <a:lumMod val="50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‹#›</a:t>
            </a:fld>
            <a:endParaRPr lang="zh-CN" altLang="en-US" sz="1510" dirty="0">
              <a:solidFill>
                <a:schemeClr val="bg1">
                  <a:lumMod val="50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 rotWithShape="1">
          <a:blip r:embed="rId3" cstate="print"/>
          <a:srcRect l="2064" t="2" r="2064" b="-1"/>
          <a:stretch>
            <a:fillRect/>
          </a:stretch>
        </p:blipFill>
        <p:spPr>
          <a:xfrm>
            <a:off x="0" y="859694"/>
            <a:ext cx="11522075" cy="193076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4" cstate="print"/>
          <a:srcRect/>
          <a:stretch>
            <a:fillRect/>
          </a:stretch>
        </p:blipFill>
        <p:spPr>
          <a:xfrm>
            <a:off x="0" y="5813063"/>
            <a:ext cx="8483090" cy="597990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lstStyle>
            <a:lvl1pPr algn="ctr">
              <a:defRPr sz="3020">
                <a:solidFill>
                  <a:srgbClr val="333333"/>
                </a:solidFill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581705" y="5965188"/>
            <a:ext cx="2550000" cy="299200"/>
          </a:xfrm>
        </p:spPr>
        <p:txBody>
          <a:bodyPr/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760FBDFE-C587-4B4C-A407-44438C67B59E}" type="datetimeFigureOut">
              <a:rPr lang="zh-CN" altLang="en-US" smtClean="0"/>
              <a:t>2026/5/26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3891038" y="5965188"/>
            <a:ext cx="3740000" cy="2992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框 1"/>
          <p:cNvSpPr txBox="1"/>
          <p:nvPr/>
        </p:nvSpPr>
        <p:spPr>
          <a:xfrm>
            <a:off x="4080736" y="2808075"/>
            <a:ext cx="3360605" cy="271262"/>
          </a:xfrm>
          <a:prstGeom prst="rect">
            <a:avLst/>
          </a:prstGeom>
          <a:ln w="12700">
            <a:miter lim="400000"/>
          </a:ln>
        </p:spPr>
        <p:txBody>
          <a:bodyPr lIns="43197" tIns="43197" rIns="43197" bIns="43197">
            <a:spAutoFit/>
          </a:bodyPr>
          <a:lstStyle/>
          <a:p>
            <a:pPr>
              <a:defRPr sz="300">
                <a:solidFill>
                  <a:srgbClr val="FFFFFF">
                    <a:alpha val="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  <a:r>
              <a:rPr sz="298" b="0" i="0">
                <a:latin typeface="Hei Regular" pitchFamily="2" charset="-122"/>
                <a:ea typeface="Hei Regular" pitchFamily="2" charset="-122"/>
              </a:rPr>
              <a:t>感谢您下载包图网平台上提供的PPT作品，为了您和包图网以及原创作者的利益，请勿复制、传播、销售，否则将承担法律责任！包图网将对作品进行维权，按照传播下载次数进行十倍的索取赔偿！</a:t>
            </a:r>
          </a:p>
          <a:p>
            <a:pPr>
              <a:defRPr sz="600">
                <a:solidFill>
                  <a:srgbClr val="FFFFFF">
                    <a:alpha val="0"/>
                  </a:srgb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defRPr>
            </a:pPr>
            <a:r>
              <a:rPr sz="600" b="0" i="0" err="1">
                <a:latin typeface="Hei Regular" pitchFamily="2" charset="-122"/>
                <a:ea typeface="Hei Regular" pitchFamily="2" charset="-122"/>
              </a:rPr>
              <a:t>ibaotu.com</a:t>
            </a:r>
            <a:endParaRPr sz="600" b="0" i="0">
              <a:latin typeface="Hei Regular" pitchFamily="2" charset="-122"/>
              <a:ea typeface="Hei Regular" pitchFamily="2" charset="-122"/>
            </a:endParaRPr>
          </a:p>
        </p:txBody>
      </p:sp>
      <p:sp>
        <p:nvSpPr>
          <p:cNvPr id="20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0972445" y="6133144"/>
            <a:ext cx="319039" cy="271913"/>
          </a:xfrm>
          <a:prstGeom prst="rect">
            <a:avLst/>
          </a:prstGeom>
        </p:spPr>
        <p:txBody>
          <a:bodyPr/>
          <a:lstStyle>
            <a:lvl1pPr>
              <a:defRPr sz="1200" b="0" i="0">
                <a:solidFill>
                  <a:srgbClr val="0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Arial" panose="020B0604020202020204"/>
                <a:sym typeface="Arial" panose="020B0604020202020204"/>
              </a:defRPr>
            </a:lvl1pPr>
          </a:lstStyle>
          <a:p>
            <a:fld id="{86CB4B4D-7CA3-9044-876B-883B54F8677D}" type="slidenum">
              <a:rPr lang="en-US" altLang="zh-CN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2946243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文本"/>
          <p:cNvSpPr txBox="1">
            <a:spLocks noGrp="1"/>
          </p:cNvSpPr>
          <p:nvPr>
            <p:ph type="title"/>
          </p:nvPr>
        </p:nvSpPr>
        <p:spPr>
          <a:xfrm>
            <a:off x="792163" y="344488"/>
            <a:ext cx="9937750" cy="1252537"/>
          </a:xfrm>
          <a:prstGeom prst="rect">
            <a:avLst/>
          </a:prstGeom>
          <a:noFill/>
          <a:ln w="12700">
            <a:noFill/>
          </a:ln>
        </p:spPr>
        <p:txBody>
          <a:bodyPr lIns="43204" tIns="43204" rIns="43204" bIns="43204" anchor="ctr" anchorCtr="0"/>
          <a:lstStyle/>
          <a:p>
            <a:pPr lvl="0"/>
            <a:r>
              <a:rPr lang="zh-CN" altLang="zh-CN" dirty="0"/>
              <a:t>标题文本</a:t>
            </a:r>
          </a:p>
        </p:txBody>
      </p:sp>
      <p:sp>
        <p:nvSpPr>
          <p:cNvPr id="1027" name="正文级别 1…"/>
          <p:cNvSpPr txBox="1">
            <a:spLocks noGrp="1"/>
          </p:cNvSpPr>
          <p:nvPr>
            <p:ph type="body"/>
          </p:nvPr>
        </p:nvSpPr>
        <p:spPr>
          <a:xfrm>
            <a:off x="792163" y="1725613"/>
            <a:ext cx="9937750" cy="4111625"/>
          </a:xfrm>
          <a:prstGeom prst="rect">
            <a:avLst/>
          </a:prstGeom>
          <a:noFill/>
          <a:ln w="12700">
            <a:noFill/>
          </a:ln>
        </p:spPr>
        <p:txBody>
          <a:bodyPr lIns="43204" tIns="43204" rIns="43204" bIns="43204"/>
          <a:lstStyle/>
          <a:p>
            <a:pPr lvl="0"/>
            <a:r>
              <a:rPr lang="zh-CN" altLang="zh-CN" dirty="0"/>
              <a:t>正文级别 1</a:t>
            </a:r>
          </a:p>
          <a:p>
            <a:pPr lvl="1"/>
            <a:r>
              <a:rPr lang="zh-CN" altLang="zh-CN" dirty="0"/>
              <a:t>正文级别 2</a:t>
            </a:r>
          </a:p>
          <a:p>
            <a:pPr lvl="2"/>
            <a:r>
              <a:rPr lang="zh-CN" altLang="zh-CN" dirty="0"/>
              <a:t>正文级别 3</a:t>
            </a:r>
          </a:p>
          <a:p>
            <a:pPr lvl="3"/>
            <a:r>
              <a:rPr lang="zh-CN" altLang="zh-CN" dirty="0"/>
              <a:t>正文级别 4</a:t>
            </a:r>
          </a:p>
          <a:p>
            <a:pPr lvl="4"/>
            <a:r>
              <a:rPr lang="zh-CN" altLang="zh-CN" dirty="0"/>
              <a:t>正文级别 5</a:t>
            </a:r>
          </a:p>
        </p:txBody>
      </p:sp>
      <p:sp>
        <p:nvSpPr>
          <p:cNvPr id="4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0845800" y="6049963"/>
            <a:ext cx="254000" cy="257175"/>
          </a:xfrm>
          <a:prstGeom prst="rect">
            <a:avLst/>
          </a:prstGeom>
          <a:ln w="12700">
            <a:miter lim="400000"/>
          </a:ln>
        </p:spPr>
        <p:txBody>
          <a:bodyPr wrap="none" lIns="43204" tIns="43204" rIns="43204" bIns="43204" anchor="ctr">
            <a:spAutoFit/>
          </a:bodyPr>
          <a:lstStyle>
            <a:lvl1pPr algn="r" eaLnBrk="1" fontAlgn="auto" hangingPunct="1">
              <a:defRPr sz="1100" b="0" i="0" noProof="1" smtClean="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65B7D-B529-4D68-BC16-03759A9C2313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  <a:t>‹#›</a:t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  <p:pic>
        <p:nvPicPr>
          <p:cNvPr id="1029" name="图片 4"/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9577388" y="215900"/>
            <a:ext cx="1697037" cy="704850"/>
          </a:xfrm>
          <a:prstGeom prst="rect">
            <a:avLst/>
          </a:prstGeom>
          <a:noFill/>
          <a:ln w="9525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68" r:id="rId16"/>
    <p:sldLayoutId id="2147483669" r:id="rId17"/>
  </p:sldLayoutIdLst>
  <p:transition spd="med"/>
  <p:hf sldNum="0" hdr="0" ftr="0" dt="0"/>
  <p:txStyles>
    <p:titleStyle>
      <a:lvl1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 Regular" pitchFamily="2" charset="-122"/>
          <a:sym typeface="Heiti SC Medium"/>
        </a:defRPr>
      </a:lvl1pPr>
      <a:lvl2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2pPr>
      <a:lvl3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3pPr>
      <a:lvl4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4pPr>
      <a:lvl5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5pPr>
      <a:lvl6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6pPr>
      <a:lvl7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7pPr>
      <a:lvl8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8pPr>
      <a:lvl9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9pPr>
    </p:titleStyle>
    <p:bodyStyle>
      <a:lvl1pPr marL="215900" indent="-21590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1pPr>
      <a:lvl2pPr marL="684530" indent="-25273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2pPr>
      <a:lvl3pPr marL="1167130" indent="-30353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3pPr>
      <a:lvl4pPr marL="1631950" indent="-33655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4pPr>
      <a:lvl5pPr marL="2063750" indent="-33528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5pPr>
      <a:lvl6pPr marL="2496185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6pPr>
      <a:lvl7pPr marL="29286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7pPr>
      <a:lvl8pPr marL="33604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8pPr>
      <a:lvl9pPr marL="37922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9pPr>
    </p:bodyStyle>
    <p:otherStyle>
      <a:lvl1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725473" y="314613"/>
            <a:ext cx="4583283" cy="5541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268" b="1" spc="15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一、项目基本情况 </a:t>
            </a:r>
            <a:endParaRPr lang="zh-CN" altLang="en-US" sz="2268" b="1" spc="150" dirty="0">
              <a:solidFill>
                <a:srgbClr val="0064A8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21888" y="858329"/>
            <a:ext cx="10353880" cy="3394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36006" defTabSz="252005"/>
            <a:r>
              <a:rPr sz="1606" dirty="0"/>
              <a:t>{{m3_basic_summary}}</a:t>
            </a:r>
            <a:endParaRPr lang="zh-CN" altLang="en-US" sz="1323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22" name="TextBox 9221"/>
          <p:cNvSpPr txBox="1"/>
          <p:nvPr/>
        </p:nvSpPr>
        <p:spPr>
          <a:xfrm>
            <a:off x="432893" y="432011"/>
            <a:ext cx="184731" cy="339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sz="1606"/>
          </a:p>
        </p:txBody>
      </p:sp>
      <p:sp>
        <p:nvSpPr>
          <p:cNvPr id="9223" name="TextBox 9222"/>
          <p:cNvSpPr txBox="1"/>
          <p:nvPr/>
        </p:nvSpPr>
        <p:spPr>
          <a:xfrm>
            <a:off x="432893" y="432011"/>
            <a:ext cx="184731" cy="339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sz="1606"/>
          </a:p>
        </p:txBody>
      </p:sp>
      <p:sp>
        <p:nvSpPr>
          <p:cNvPr id="9224" name="{{image:project_scope_map}}"/>
          <p:cNvSpPr txBox="1"/>
          <p:nvPr/>
        </p:nvSpPr>
        <p:spPr>
          <a:xfrm>
            <a:off x="930134" y="1879269"/>
            <a:ext cx="9133446" cy="4414817"/>
          </a:xfrm>
          <a:prstGeom prst="rect">
            <a:avLst/>
          </a:prstGeom>
          <a:solidFill>
            <a:srgbClr val="F3F7FB"/>
          </a:solidFill>
          <a:ln w="15875">
            <a:solidFill>
              <a:srgbClr val="1565C0"/>
            </a:solidFill>
          </a:ln>
        </p:spPr>
        <p:txBody>
          <a:bodyPr wrap="square">
            <a:noAutofit/>
          </a:bodyPr>
          <a:lstStyle/>
          <a:p>
            <a:pPr algn="l"/>
            <a:r>
              <a:rPr lang="en-US" sz="1323" b="1" dirty="0">
                <a:solidFill>
                  <a:srgbClr val="1565C0"/>
                </a:solidFill>
                <a:latin typeface="Microsoft YaHei"/>
              </a:rPr>
              <a:t>{{image:m3_basic}}</a:t>
            </a:r>
            <a:endParaRPr sz="1323" b="1" dirty="0">
              <a:solidFill>
                <a:srgbClr val="1565C0"/>
              </a:solidFill>
              <a:latin typeface="Microsoft YaHei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70E1E8F0-03DF-67C1-718D-CC2606C81257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C67A94AF-82DD-9C62-3252-B1AAAB06F14A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B7B2F0C3-3D69-FBB1-F075-86125F6336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</p:spPr>
        </p:pic>
      </p:grp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725473" y="314613"/>
            <a:ext cx="4583283" cy="5541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268" b="1" spc="15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一、项目基本情况 </a:t>
            </a:r>
            <a:endParaRPr lang="zh-CN" altLang="en-US" sz="2268" b="1" spc="150" dirty="0">
              <a:solidFill>
                <a:srgbClr val="0064A8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21888" y="858329"/>
            <a:ext cx="10353880" cy="3394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36006" defTabSz="252005"/>
            <a:r>
              <a:rPr sz="1606" dirty="0"/>
              <a:t>{{m3_basic_summary}}</a:t>
            </a:r>
            <a:endParaRPr lang="zh-CN" altLang="en-US" sz="1323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22" name="TextBox 9221"/>
          <p:cNvSpPr txBox="1"/>
          <p:nvPr/>
        </p:nvSpPr>
        <p:spPr>
          <a:xfrm>
            <a:off x="432893" y="432011"/>
            <a:ext cx="184731" cy="339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sz="1606"/>
          </a:p>
        </p:txBody>
      </p:sp>
      <p:sp>
        <p:nvSpPr>
          <p:cNvPr id="9223" name="TextBox 9222"/>
          <p:cNvSpPr txBox="1"/>
          <p:nvPr/>
        </p:nvSpPr>
        <p:spPr>
          <a:xfrm>
            <a:off x="432893" y="432011"/>
            <a:ext cx="184731" cy="3394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sz="1606"/>
          </a:p>
        </p:txBody>
      </p:sp>
      <p:sp>
        <p:nvSpPr>
          <p:cNvPr id="9224" name="{{image:project_scope_map}}"/>
          <p:cNvSpPr txBox="1"/>
          <p:nvPr/>
        </p:nvSpPr>
        <p:spPr>
          <a:xfrm>
            <a:off x="930134" y="1879269"/>
            <a:ext cx="9133446" cy="4414817"/>
          </a:xfrm>
          <a:prstGeom prst="rect">
            <a:avLst/>
          </a:prstGeom>
          <a:solidFill>
            <a:srgbClr val="F3F7FB"/>
          </a:solidFill>
          <a:ln w="15875">
            <a:solidFill>
              <a:srgbClr val="1565C0"/>
            </a:solidFill>
          </a:ln>
        </p:spPr>
        <p:txBody>
          <a:bodyPr wrap="square">
            <a:noAutofit/>
          </a:bodyPr>
          <a:lstStyle/>
          <a:p>
            <a:pPr algn="l"/>
            <a:r>
              <a:rPr lang="en-US" sz="1323" b="1" dirty="0">
                <a:solidFill>
                  <a:srgbClr val="1565C0"/>
                </a:solidFill>
                <a:latin typeface="Microsoft YaHei"/>
              </a:rPr>
              <a:t>{{image:m3_basic}}</a:t>
            </a:r>
            <a:endParaRPr sz="1323" b="1" dirty="0">
              <a:solidFill>
                <a:srgbClr val="1565C0"/>
              </a:solidFill>
              <a:latin typeface="Microsoft YaHei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1705C1A7-D138-7FDA-B308-58D7A0B62F5C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1F9CE2FC-90F0-9534-83F7-FA2CB9F7FBDC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4DCC6BCC-0275-8A91-8CD6-182FFC7E95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</p:spPr>
        </p:pic>
      </p:grp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E8C197-8E2C-CE6F-3579-7A9799D3C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0FE5A338-3D26-75D3-8B83-D0B85A244527}"/>
              </a:ext>
            </a:extLst>
          </p:cNvPr>
          <p:cNvSpPr/>
          <p:nvPr/>
        </p:nvSpPr>
        <p:spPr>
          <a:xfrm>
            <a:off x="725473" y="314613"/>
            <a:ext cx="4583283" cy="5541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268" b="1" spc="150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二、项目线路图 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6DEA30D-2715-A771-D5BF-9FF497AD5AD0}"/>
              </a:ext>
            </a:extLst>
          </p:cNvPr>
          <p:cNvSpPr txBox="1"/>
          <p:nvPr/>
        </p:nvSpPr>
        <p:spPr>
          <a:xfrm>
            <a:off x="521888" y="858329"/>
            <a:ext cx="10353880" cy="3394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36006" defTabSz="252005"/>
            <a:r>
              <a:rPr lang="en-US" altLang="zh-CN" sz="1606" dirty="0"/>
              <a:t>{{m3_line_summary}}</a:t>
            </a:r>
            <a:endParaRPr lang="zh-CN" altLang="en-US" sz="1323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24" name="{{image:project_scope_map}}">
            <a:extLst>
              <a:ext uri="{FF2B5EF4-FFF2-40B4-BE49-F238E27FC236}">
                <a16:creationId xmlns:a16="http://schemas.microsoft.com/office/drawing/2014/main" id="{E9AE20FC-E4B5-E222-6D08-EA94AC88A428}"/>
              </a:ext>
            </a:extLst>
          </p:cNvPr>
          <p:cNvSpPr txBox="1"/>
          <p:nvPr/>
        </p:nvSpPr>
        <p:spPr>
          <a:xfrm>
            <a:off x="930134" y="1879269"/>
            <a:ext cx="9133446" cy="4414817"/>
          </a:xfrm>
          <a:prstGeom prst="rect">
            <a:avLst/>
          </a:prstGeom>
          <a:solidFill>
            <a:srgbClr val="F3F7FB"/>
          </a:solidFill>
          <a:ln w="15875">
            <a:solidFill>
              <a:srgbClr val="1565C0"/>
            </a:solidFill>
          </a:ln>
        </p:spPr>
        <p:txBody>
          <a:bodyPr wrap="square">
            <a:noAutofit/>
          </a:bodyPr>
          <a:lstStyle/>
          <a:p>
            <a:pPr algn="l"/>
            <a:r>
              <a:rPr lang="en-US" sz="1323" b="1" dirty="0">
                <a:solidFill>
                  <a:srgbClr val="1565C0"/>
                </a:solidFill>
                <a:latin typeface="Microsoft YaHei"/>
              </a:rPr>
              <a:t>{{image:m3_line}}</a:t>
            </a:r>
            <a:endParaRPr sz="1323" b="1" dirty="0">
              <a:solidFill>
                <a:srgbClr val="1565C0"/>
              </a:solidFill>
              <a:latin typeface="Microsoft YaHei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D9FEFEB8-0BF8-E544-6D21-AF3D92639F0A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529CAE23-E376-302E-F77B-F7A62C6BB621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F831ACA2-309E-3679-0FD7-055F3379D7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46178481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EAC1C-506A-B799-1A83-2DB4BD994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3BAC94D7-458B-D124-90E2-BF8D4EC98B9D}"/>
              </a:ext>
            </a:extLst>
          </p:cNvPr>
          <p:cNvSpPr/>
          <p:nvPr/>
        </p:nvSpPr>
        <p:spPr>
          <a:xfrm>
            <a:off x="725473" y="314613"/>
            <a:ext cx="4583283" cy="5541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268" b="1" spc="150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三、敏感点路段 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D143A135-F51E-BC3B-5A27-0E0010673D14}"/>
              </a:ext>
            </a:extLst>
          </p:cNvPr>
          <p:cNvSpPr txBox="1"/>
          <p:nvPr/>
        </p:nvSpPr>
        <p:spPr>
          <a:xfrm>
            <a:off x="521888" y="858329"/>
            <a:ext cx="10353880" cy="3394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36006" defTabSz="252005"/>
            <a:r>
              <a:rPr lang="en-US" altLang="zh-CN" sz="1606" dirty="0"/>
              <a:t>{{m3_sensitive_points_summary}}</a:t>
            </a:r>
            <a:endParaRPr lang="zh-CN" altLang="en-US" sz="1323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24" name="{{image:project_scope_map}}">
            <a:extLst>
              <a:ext uri="{FF2B5EF4-FFF2-40B4-BE49-F238E27FC236}">
                <a16:creationId xmlns:a16="http://schemas.microsoft.com/office/drawing/2014/main" id="{E43EE191-63B8-2953-5512-1A155E244F0E}"/>
              </a:ext>
            </a:extLst>
          </p:cNvPr>
          <p:cNvSpPr txBox="1"/>
          <p:nvPr/>
        </p:nvSpPr>
        <p:spPr>
          <a:xfrm>
            <a:off x="930134" y="1879269"/>
            <a:ext cx="9133446" cy="4414817"/>
          </a:xfrm>
          <a:prstGeom prst="rect">
            <a:avLst/>
          </a:prstGeom>
          <a:solidFill>
            <a:srgbClr val="F3F7FB"/>
          </a:solidFill>
          <a:ln w="15875">
            <a:solidFill>
              <a:srgbClr val="1565C0"/>
            </a:solidFill>
          </a:ln>
        </p:spPr>
        <p:txBody>
          <a:bodyPr wrap="square">
            <a:noAutofit/>
          </a:bodyPr>
          <a:lstStyle/>
          <a:p>
            <a:pPr algn="l"/>
            <a:r>
              <a:rPr lang="en-US" sz="1323" b="1" dirty="0">
                <a:solidFill>
                  <a:srgbClr val="1565C0"/>
                </a:solidFill>
                <a:latin typeface="Microsoft YaHei"/>
              </a:rPr>
              <a:t>{{image:m3_sensitive_points}}</a:t>
            </a:r>
            <a:endParaRPr sz="1323" b="1" dirty="0">
              <a:solidFill>
                <a:srgbClr val="1565C0"/>
              </a:solidFill>
              <a:latin typeface="Microsoft YaHei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70C836B0-A977-2379-8FB0-87DBC61BB1E6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3B87B74E-8FFF-7B10-C68A-5FBF6BA452FF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A39649FE-1E65-86FE-C63D-CC915B51FE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25880441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A1C75-B9E0-DDDA-A2D4-18352763D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4A58C364-6A62-1581-AACD-449A1325EAB0}"/>
              </a:ext>
            </a:extLst>
          </p:cNvPr>
          <p:cNvSpPr/>
          <p:nvPr/>
        </p:nvSpPr>
        <p:spPr>
          <a:xfrm>
            <a:off x="725473" y="314613"/>
            <a:ext cx="4583283" cy="5541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268" b="1" spc="150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四、工程量统计 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4E0D5D0B-ED1D-F3D6-8554-8EEAE050154C}"/>
              </a:ext>
            </a:extLst>
          </p:cNvPr>
          <p:cNvSpPr txBox="1"/>
          <p:nvPr/>
        </p:nvSpPr>
        <p:spPr>
          <a:xfrm>
            <a:off x="521888" y="858329"/>
            <a:ext cx="10353880" cy="3394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36006" defTabSz="252005"/>
            <a:r>
              <a:rPr lang="en-US" altLang="zh-CN" sz="1606" dirty="0"/>
              <a:t>{{m3_quantity_summary}}</a:t>
            </a:r>
            <a:endParaRPr lang="zh-CN" altLang="en-US" sz="1323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24" name="{{image:project_scope_map}}">
            <a:extLst>
              <a:ext uri="{FF2B5EF4-FFF2-40B4-BE49-F238E27FC236}">
                <a16:creationId xmlns:a16="http://schemas.microsoft.com/office/drawing/2014/main" id="{9BF77606-78A3-2527-DC35-4EC57CC34C1B}"/>
              </a:ext>
            </a:extLst>
          </p:cNvPr>
          <p:cNvSpPr txBox="1"/>
          <p:nvPr/>
        </p:nvSpPr>
        <p:spPr>
          <a:xfrm>
            <a:off x="930134" y="1879269"/>
            <a:ext cx="9133446" cy="4414817"/>
          </a:xfrm>
          <a:prstGeom prst="rect">
            <a:avLst/>
          </a:prstGeom>
          <a:solidFill>
            <a:srgbClr val="F3F7FB"/>
          </a:solidFill>
          <a:ln w="15875">
            <a:solidFill>
              <a:srgbClr val="1565C0"/>
            </a:solidFill>
          </a:ln>
        </p:spPr>
        <p:txBody>
          <a:bodyPr wrap="square">
            <a:noAutofit/>
          </a:bodyPr>
          <a:lstStyle/>
          <a:p>
            <a:pPr algn="l"/>
            <a:r>
              <a:rPr lang="en-US" sz="1323" b="1" dirty="0">
                <a:solidFill>
                  <a:srgbClr val="1565C0"/>
                </a:solidFill>
                <a:latin typeface="Microsoft YaHei"/>
              </a:rPr>
              <a:t>{{image:m3_quantity}}</a:t>
            </a:r>
            <a:endParaRPr sz="1323" b="1" dirty="0">
              <a:solidFill>
                <a:srgbClr val="1565C0"/>
              </a:solidFill>
              <a:latin typeface="Microsoft YaHei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6F024335-7864-9FA9-F840-0AABE881D1C8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4A000707-F750-127D-BCB9-67290F65EAB6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A2FDB5CC-0BC0-32D3-9FE7-3D27902580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78211239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3F02D-0038-1037-2D28-B0EF021680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07A1B16-9A71-F527-10AA-8ED438CC5548}"/>
              </a:ext>
            </a:extLst>
          </p:cNvPr>
          <p:cNvSpPr/>
          <p:nvPr/>
        </p:nvSpPr>
        <p:spPr>
          <a:xfrm>
            <a:off x="725473" y="314613"/>
            <a:ext cx="4583283" cy="5541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zh-CN" sz="2268" b="1" spc="150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五、</a:t>
            </a:r>
            <a:r>
              <a:rPr lang="zh-CN" altLang="en-US" sz="2268" b="1" spc="150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结构形式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68A1E361-3757-9241-3B93-866757F8F135}"/>
              </a:ext>
            </a:extLst>
          </p:cNvPr>
          <p:cNvSpPr txBox="1"/>
          <p:nvPr/>
        </p:nvSpPr>
        <p:spPr>
          <a:xfrm>
            <a:off x="521888" y="858329"/>
            <a:ext cx="10353880" cy="3394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36006" defTabSz="252005"/>
            <a:r>
              <a:rPr lang="en-US" altLang="zh-CN" sz="1606" dirty="0"/>
              <a:t>{{m3_structure_summary}}</a:t>
            </a:r>
            <a:endParaRPr lang="zh-CN" altLang="en-US" sz="1323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24" name="{{image:project_scope_map}}">
            <a:extLst>
              <a:ext uri="{FF2B5EF4-FFF2-40B4-BE49-F238E27FC236}">
                <a16:creationId xmlns:a16="http://schemas.microsoft.com/office/drawing/2014/main" id="{0AF35DA6-D8CB-110F-D0E8-F70C34574588}"/>
              </a:ext>
            </a:extLst>
          </p:cNvPr>
          <p:cNvSpPr txBox="1"/>
          <p:nvPr/>
        </p:nvSpPr>
        <p:spPr>
          <a:xfrm>
            <a:off x="930134" y="1879269"/>
            <a:ext cx="9133446" cy="4414817"/>
          </a:xfrm>
          <a:prstGeom prst="rect">
            <a:avLst/>
          </a:prstGeom>
          <a:solidFill>
            <a:srgbClr val="F3F7FB"/>
          </a:solidFill>
          <a:ln w="15875">
            <a:solidFill>
              <a:srgbClr val="1565C0"/>
            </a:solidFill>
          </a:ln>
        </p:spPr>
        <p:txBody>
          <a:bodyPr wrap="square">
            <a:noAutofit/>
          </a:bodyPr>
          <a:lstStyle/>
          <a:p>
            <a:pPr algn="l"/>
            <a:r>
              <a:rPr lang="en-US" sz="1323" b="1" dirty="0">
                <a:solidFill>
                  <a:srgbClr val="1565C0"/>
                </a:solidFill>
                <a:latin typeface="Microsoft YaHei"/>
              </a:rPr>
              <a:t>{{image:m3_structure}}</a:t>
            </a:r>
            <a:endParaRPr sz="1323" b="1" dirty="0">
              <a:solidFill>
                <a:srgbClr val="1565C0"/>
              </a:solidFill>
              <a:latin typeface="Microsoft YaHei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4A3556C2-3B32-86C2-FC70-9964304E713F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55740A57-9BA7-00EF-46F0-5103297DD833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DAE5511C-3355-F78A-AB3D-59A798D9F7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88396715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714FE-012C-CD00-6BE1-01D0EE27B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E8FEFB9-8423-85F8-2C90-35DC923CD117}"/>
              </a:ext>
            </a:extLst>
          </p:cNvPr>
          <p:cNvSpPr/>
          <p:nvPr/>
        </p:nvSpPr>
        <p:spPr>
          <a:xfrm>
            <a:off x="725473" y="314613"/>
            <a:ext cx="4583283" cy="5541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268" b="1" spc="150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六、现场踏勘 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9C4B0EB9-A8C3-056A-0140-FDF9A64BDA2D}"/>
              </a:ext>
            </a:extLst>
          </p:cNvPr>
          <p:cNvSpPr txBox="1"/>
          <p:nvPr/>
        </p:nvSpPr>
        <p:spPr>
          <a:xfrm>
            <a:off x="521888" y="858329"/>
            <a:ext cx="10353880" cy="3394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36006" defTabSz="252005"/>
            <a:r>
              <a:rPr lang="en-US" altLang="zh-CN" sz="1606"/>
              <a:t>{{m3_site_survey_summary}}</a:t>
            </a:r>
            <a:endParaRPr lang="zh-CN" altLang="en-US" sz="1323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24" name="{{image:project_scope_map}}">
            <a:extLst>
              <a:ext uri="{FF2B5EF4-FFF2-40B4-BE49-F238E27FC236}">
                <a16:creationId xmlns:a16="http://schemas.microsoft.com/office/drawing/2014/main" id="{B5F72045-A9E2-B066-0F7E-9A7817A862D6}"/>
              </a:ext>
            </a:extLst>
          </p:cNvPr>
          <p:cNvSpPr txBox="1"/>
          <p:nvPr/>
        </p:nvSpPr>
        <p:spPr>
          <a:xfrm>
            <a:off x="930134" y="1879269"/>
            <a:ext cx="9133446" cy="4414817"/>
          </a:xfrm>
          <a:prstGeom prst="rect">
            <a:avLst/>
          </a:prstGeom>
          <a:solidFill>
            <a:srgbClr val="F3F7FB"/>
          </a:solidFill>
          <a:ln w="15875">
            <a:solidFill>
              <a:srgbClr val="1565C0"/>
            </a:solidFill>
          </a:ln>
        </p:spPr>
        <p:txBody>
          <a:bodyPr wrap="square">
            <a:noAutofit/>
          </a:bodyPr>
          <a:lstStyle/>
          <a:p>
            <a:pPr algn="l"/>
            <a:r>
              <a:rPr lang="en-US" sz="1323" b="1" dirty="0">
                <a:solidFill>
                  <a:srgbClr val="1565C0"/>
                </a:solidFill>
                <a:latin typeface="Microsoft YaHei"/>
              </a:rPr>
              <a:t>{{image:m3_site_survey}}</a:t>
            </a:r>
            <a:endParaRPr sz="1323" b="1" dirty="0">
              <a:solidFill>
                <a:srgbClr val="1565C0"/>
              </a:solidFill>
              <a:latin typeface="Microsoft YaHei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531370B8-E759-C151-818A-4DD7C0F91F1F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9125D2F1-A76F-23D0-48F0-187A6268AD89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942E8633-A220-4E06-D55D-2C09A969E9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26106445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DD526-DCDD-D52F-5DCD-921CCE055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74E62D13-F43F-0949-5B2A-E7C59C078AC4}"/>
              </a:ext>
            </a:extLst>
          </p:cNvPr>
          <p:cNvSpPr/>
          <p:nvPr/>
        </p:nvSpPr>
        <p:spPr>
          <a:xfrm>
            <a:off x="725473" y="314613"/>
            <a:ext cx="4583283" cy="5541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268" b="1" spc="150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七、现场勘察情况 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A8B8B05-EA63-2668-5867-BE5821CFD1EB}"/>
              </a:ext>
            </a:extLst>
          </p:cNvPr>
          <p:cNvSpPr txBox="1"/>
          <p:nvPr/>
        </p:nvSpPr>
        <p:spPr>
          <a:xfrm>
            <a:off x="521888" y="858329"/>
            <a:ext cx="10353880" cy="3394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36006" defTabSz="252005"/>
            <a:r>
              <a:rPr lang="en-US" altLang="zh-CN" sz="1606" dirty="0"/>
              <a:t>{{m3_investigation_summary}}</a:t>
            </a:r>
            <a:endParaRPr lang="zh-CN" altLang="en-US" sz="1323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24" name="{{image:project_scope_map}}">
            <a:extLst>
              <a:ext uri="{FF2B5EF4-FFF2-40B4-BE49-F238E27FC236}">
                <a16:creationId xmlns:a16="http://schemas.microsoft.com/office/drawing/2014/main" id="{E9E005CC-CC07-624B-C0DD-35F2EB9B31CC}"/>
              </a:ext>
            </a:extLst>
          </p:cNvPr>
          <p:cNvSpPr txBox="1"/>
          <p:nvPr/>
        </p:nvSpPr>
        <p:spPr>
          <a:xfrm>
            <a:off x="930134" y="1879269"/>
            <a:ext cx="9133446" cy="4414817"/>
          </a:xfrm>
          <a:prstGeom prst="rect">
            <a:avLst/>
          </a:prstGeom>
          <a:solidFill>
            <a:srgbClr val="F3F7FB"/>
          </a:solidFill>
          <a:ln w="15875">
            <a:solidFill>
              <a:srgbClr val="1565C0"/>
            </a:solidFill>
          </a:ln>
        </p:spPr>
        <p:txBody>
          <a:bodyPr wrap="square">
            <a:noAutofit/>
          </a:bodyPr>
          <a:lstStyle/>
          <a:p>
            <a:pPr algn="l"/>
            <a:r>
              <a:rPr lang="en-US" sz="1323" b="1" dirty="0">
                <a:solidFill>
                  <a:srgbClr val="1565C0"/>
                </a:solidFill>
                <a:latin typeface="Microsoft YaHei"/>
              </a:rPr>
              <a:t>{{image:m3_investigation}}</a:t>
            </a:r>
            <a:endParaRPr sz="1323" b="1" dirty="0">
              <a:solidFill>
                <a:srgbClr val="1565C0"/>
              </a:solidFill>
              <a:latin typeface="Microsoft YaHei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692148AE-76D4-54EE-CB5F-BF45D89EC8B8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E1A00CE8-CC73-52F1-EA60-2A1B70787BE0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09FC4F66-D161-70B5-0145-9158C2EA8F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27779048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EA692-3E6A-98CC-B967-B01E0A26A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809CF5E1-1CB1-4422-7C2A-C0E6501BAD47}"/>
              </a:ext>
            </a:extLst>
          </p:cNvPr>
          <p:cNvSpPr/>
          <p:nvPr/>
        </p:nvSpPr>
        <p:spPr>
          <a:xfrm>
            <a:off x="725473" y="314613"/>
            <a:ext cx="4583283" cy="5541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268" b="1" spc="150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八、项目重难点分析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F0BF0CC-60AE-7916-9C37-11080B5CCEDB}"/>
              </a:ext>
            </a:extLst>
          </p:cNvPr>
          <p:cNvSpPr txBox="1"/>
          <p:nvPr/>
        </p:nvSpPr>
        <p:spPr>
          <a:xfrm>
            <a:off x="521888" y="858329"/>
            <a:ext cx="10353880" cy="3394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36006" defTabSz="252005"/>
            <a:r>
              <a:rPr lang="en-US" altLang="zh-CN" sz="1606" dirty="0"/>
              <a:t>{{m3_risk_summary}}</a:t>
            </a:r>
            <a:endParaRPr lang="zh-CN" altLang="en-US" sz="1323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24" name="{{image:project_scope_map}}">
            <a:extLst>
              <a:ext uri="{FF2B5EF4-FFF2-40B4-BE49-F238E27FC236}">
                <a16:creationId xmlns:a16="http://schemas.microsoft.com/office/drawing/2014/main" id="{501B6E9F-195B-1452-CD5A-6686C039221D}"/>
              </a:ext>
            </a:extLst>
          </p:cNvPr>
          <p:cNvSpPr txBox="1"/>
          <p:nvPr/>
        </p:nvSpPr>
        <p:spPr>
          <a:xfrm>
            <a:off x="930134" y="1879269"/>
            <a:ext cx="9133446" cy="4414817"/>
          </a:xfrm>
          <a:prstGeom prst="rect">
            <a:avLst/>
          </a:prstGeom>
          <a:solidFill>
            <a:srgbClr val="F3F7FB"/>
          </a:solidFill>
          <a:ln w="15875">
            <a:solidFill>
              <a:srgbClr val="1565C0"/>
            </a:solidFill>
          </a:ln>
        </p:spPr>
        <p:txBody>
          <a:bodyPr wrap="square">
            <a:noAutofit/>
          </a:bodyPr>
          <a:lstStyle/>
          <a:p>
            <a:pPr algn="l"/>
            <a:r>
              <a:rPr lang="en-US" sz="1323" b="1" dirty="0">
                <a:solidFill>
                  <a:srgbClr val="1565C0"/>
                </a:solidFill>
                <a:latin typeface="Microsoft YaHei"/>
              </a:rPr>
              <a:t>{{image:m3_risk}}</a:t>
            </a:r>
            <a:endParaRPr sz="1323" b="1" dirty="0">
              <a:solidFill>
                <a:srgbClr val="1565C0"/>
              </a:solidFill>
              <a:latin typeface="Microsoft YaHei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8BE05B08-12EE-0319-6BA9-4B66BD15056B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027C688C-9AF8-4B87-EF26-588F28B1FC2A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1BC74993-EA92-B94F-E195-8FBDE206D46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98451426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33D33-285C-212C-0ED5-756049549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09F486A6-F639-44E6-E1EE-FD3769E2A2B2}"/>
              </a:ext>
            </a:extLst>
          </p:cNvPr>
          <p:cNvSpPr/>
          <p:nvPr/>
        </p:nvSpPr>
        <p:spPr>
          <a:xfrm>
            <a:off x="725473" y="314613"/>
            <a:ext cx="4583283" cy="5541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268" b="1" spc="150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九、重难点应对措施 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AF4A518-B4D0-CDFF-9100-85DDDCC97235}"/>
              </a:ext>
            </a:extLst>
          </p:cNvPr>
          <p:cNvSpPr txBox="1"/>
          <p:nvPr/>
        </p:nvSpPr>
        <p:spPr>
          <a:xfrm>
            <a:off x="521888" y="858329"/>
            <a:ext cx="10353880" cy="3394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36006" defTabSz="252005"/>
            <a:r>
              <a:rPr lang="en-US" altLang="zh-CN" sz="1606" dirty="0"/>
              <a:t>{{m3_solution_summary}}</a:t>
            </a:r>
            <a:endParaRPr lang="zh-CN" altLang="en-US" sz="1323" dirty="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224" name="{{image:project_scope_map}}">
            <a:extLst>
              <a:ext uri="{FF2B5EF4-FFF2-40B4-BE49-F238E27FC236}">
                <a16:creationId xmlns:a16="http://schemas.microsoft.com/office/drawing/2014/main" id="{5A354D15-F658-159F-D8E4-363B964DF3BF}"/>
              </a:ext>
            </a:extLst>
          </p:cNvPr>
          <p:cNvSpPr txBox="1"/>
          <p:nvPr/>
        </p:nvSpPr>
        <p:spPr>
          <a:xfrm>
            <a:off x="930134" y="1879269"/>
            <a:ext cx="9133446" cy="4414817"/>
          </a:xfrm>
          <a:prstGeom prst="rect">
            <a:avLst/>
          </a:prstGeom>
          <a:solidFill>
            <a:srgbClr val="F3F7FB"/>
          </a:solidFill>
          <a:ln w="15875">
            <a:solidFill>
              <a:srgbClr val="1565C0"/>
            </a:solidFill>
          </a:ln>
        </p:spPr>
        <p:txBody>
          <a:bodyPr wrap="square">
            <a:noAutofit/>
          </a:bodyPr>
          <a:lstStyle/>
          <a:p>
            <a:pPr algn="l"/>
            <a:r>
              <a:rPr lang="en-US" sz="1323" b="1" dirty="0">
                <a:solidFill>
                  <a:srgbClr val="1565C0"/>
                </a:solidFill>
                <a:latin typeface="Microsoft YaHei"/>
              </a:rPr>
              <a:t>{{image:m3_solution}}</a:t>
            </a:r>
            <a:endParaRPr sz="1323" b="1" dirty="0">
              <a:solidFill>
                <a:srgbClr val="1565C0"/>
              </a:solidFill>
              <a:latin typeface="Microsoft YaHei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B10F0998-593C-1229-EF85-BF74A39DAEDB}"/>
              </a:ext>
            </a:extLst>
          </p:cNvPr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1A9FBEB9-AEF8-632C-6BBF-CBEFF3CB7282}"/>
                </a:ext>
              </a:extLst>
            </p:cNvPr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BCC37DA1-4229-BBB2-ABC5-E78387603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94731086"/>
      </p:ext>
    </p:extLst>
  </p:cSld>
  <p:clrMapOvr>
    <a:masterClrMapping/>
  </p:clrMapOvr>
  <p:transition spd="med"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2d3d0867-56ac-4b91-885a-98830f3a9883"/>
  <p:tag name="COMMONDATA" val="eyJoZGlkIjoiYzdmNGQzMDgyYjljZWJkYmE4MzFmN2Y2ZTVjN2YxYTkifQ=="/>
  <p:tag name="RESOURCE_RECORD_KEY" val="{&quot;29&quot;:[50053212,50000264,50000269,50000088,50053352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元素">
  <a:themeElements>
    <a:clrScheme name="Elemental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Elemental">
      <a:maj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Elemental">
      <a: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48000">
              <a:schemeClr val="phClr">
                <a:tint val="54000"/>
                <a:satMod val="140000"/>
              </a:schemeClr>
            </a:gs>
            <a:gs pos="100000">
              <a:schemeClr val="phClr">
                <a:tint val="24000"/>
                <a:satMod val="260000"/>
              </a:schemeClr>
            </a:gs>
          </a:gsLst>
          <a:lin ang="16200000" scaled="1"/>
        </a:gradFill>
        <a:gradFill rotWithShape="1">
          <a:gsLst>
            <a:gs pos="0">
              <a:schemeClr val="phClr"/>
            </a:gs>
            <a:gs pos="100000">
              <a:schemeClr val="phClr">
                <a:shade val="48000"/>
                <a:satMod val="180000"/>
                <a:lumMod val="94000"/>
              </a:schemeClr>
            </a:gs>
            <a:gs pos="100000">
              <a:schemeClr val="phClr">
                <a:shade val="48000"/>
                <a:satMod val="180000"/>
                <a:lumMod val="94000"/>
              </a:schemeClr>
            </a:gs>
          </a:gsLst>
          <a:lin ang="4140000" scaled="1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12700" dir="5400000" sx="102000" sy="102000" rotWithShape="0">
              <a:srgbClr val="000000">
                <a:alpha val="32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glow" dir="tl">
              <a:rot lat="0" lon="0" rev="19800000"/>
            </a:lightRig>
          </a:scene3d>
          <a:sp3d prstMaterial="metal">
            <a:bevelT w="38100" h="38100"/>
          </a:sp3d>
        </a:effectStyle>
        <a:effectStyle>
          <a:effectLst>
            <a:outerShdw blurRad="114300" dist="114300" dir="5400000" rotWithShape="0">
              <a:srgbClr val="000000">
                <a:alpha val="7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plastic"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40000"/>
                <a:satMod val="180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14000"/>
                <a:satMod val="280000"/>
              </a:schemeClr>
              <a:schemeClr val="phClr">
                <a:tint val="60000"/>
                <a:satMod val="120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1A89E"/>
      </a:accent1>
      <a:accent2>
        <a:srgbClr val="0C2834"/>
      </a:accent2>
      <a:accent3>
        <a:srgbClr val="015E58"/>
      </a:accent3>
      <a:accent4>
        <a:srgbClr val="07161D"/>
      </a:accent4>
      <a:accent5>
        <a:srgbClr val="004844"/>
      </a:accent5>
      <a:accent6>
        <a:srgbClr val="051116"/>
      </a:accent6>
      <a:hlink>
        <a:srgbClr val="0000FF"/>
      </a:hlink>
      <a:folHlink>
        <a:srgbClr val="FF00FF"/>
      </a:folHlink>
    </a:clrScheme>
    <a:fontScheme name="包图主题2">
      <a:majorFont>
        <a:latin typeface="Helvetica"/>
        <a:ea typeface="Helvetica"/>
        <a:cs typeface="Helvetica"/>
      </a:majorFont>
      <a:minorFont>
        <a:latin typeface="等线"/>
        <a:ea typeface="等线"/>
        <a:cs typeface="等线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pitchFamily="2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pitchFamily="2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407</Words>
  <Application>Microsoft Office PowerPoint</Application>
  <PresentationFormat>自定义</PresentationFormat>
  <Paragraphs>60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1" baseType="lpstr">
      <vt:lpstr>Hei Regular</vt:lpstr>
      <vt:lpstr>Heiti SC Medium</vt:lpstr>
      <vt:lpstr>黑体</vt:lpstr>
      <vt:lpstr>宋体</vt:lpstr>
      <vt:lpstr>Microsoft YaHei</vt:lpstr>
      <vt:lpstr>Microsoft YaHei</vt:lpstr>
      <vt:lpstr>微软雅黑 Light</vt:lpstr>
      <vt:lpstr>Arial</vt:lpstr>
      <vt:lpstr>Calibri</vt:lpstr>
      <vt:lpstr>Palatino Linotype</vt:lpstr>
      <vt:lpstr>元素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zm</cp:lastModifiedBy>
  <cp:revision>204</cp:revision>
  <cp:lastPrinted>2024-05-27T04:20:00Z</cp:lastPrinted>
  <dcterms:created xsi:type="dcterms:W3CDTF">2024-05-27T04:50:00Z</dcterms:created>
  <dcterms:modified xsi:type="dcterms:W3CDTF">2026-05-26T08:01:44Z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DE9C49FFB710414A91E48644DEB2DA1B_13</vt:lpwstr>
  </property>
</Properties>
</file>