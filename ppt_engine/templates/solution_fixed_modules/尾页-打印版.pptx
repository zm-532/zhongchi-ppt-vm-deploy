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6"/>
  </p:handoutMasterIdLst>
  <p:sldIdLst>
    <p:sldId id="5139" r:id="rId4"/>
  </p:sldIdLst>
  <p:sldSz cx="12192000" cy="6858000"/>
  <p:notesSz cx="6797675" cy="9926320"/>
  <p:custDataLst>
    <p:tags r:id="rId11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等线" panose="02010600030101010101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38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1" name="幸全" initials="幸全" lastIdx="1" clrIdx="0"/>
  <p:cmAuthor id="2" name="zhanghongtao" initials="z" lastIdx="1" clrIdx="1"/>
  <p:cmAuthor id="4" name="fuziyi" initials="f" lastIdx="1" clrIdx="3"/>
  <p:cmAuthor id="5" name="840456548" initials="8" lastIdx="1" clrIdx="4"/>
  <p:cmAuthor id="3" name="u3265" initials="u" lastIdx="2" clrIdx="2"/>
  <p:cmAuthor id="6" name="alj2016" initials="a" lastIdx="1" clrIdx="5"/>
  <p:cmAuthor id="8" name="fangyonghua" initials="f" lastIdx="1" clrIdx="7"/>
  <p:cmAuthor id="2000" name="张娜_J7jynmI3" initials="authorId_2328097559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0000"/>
    <a:srgbClr val="0D64A8"/>
    <a:srgbClr val="005491"/>
    <a:srgbClr val="8F96C6"/>
    <a:srgbClr val="1770B8"/>
    <a:srgbClr val="0058C3"/>
    <a:srgbClr val="0062B1"/>
    <a:srgbClr val="DCDCDC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 autoAdjust="0"/>
    <p:restoredTop sz="95261" autoAdjust="0"/>
  </p:normalViewPr>
  <p:slideViewPr>
    <p:cSldViewPr snapToObjects="1" showGuides="1">
      <p:cViewPr varScale="1">
        <p:scale>
          <a:sx n="83" d="100"/>
          <a:sy n="83" d="100"/>
        </p:scale>
        <p:origin x="321" y="48"/>
      </p:cViewPr>
      <p:guideLst>
        <p:guide orient="horz" pos="2276"/>
        <p:guide pos="3884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 snapToObjects="1">
      <p:cViewPr varScale="1">
        <p:scale>
          <a:sx n="47" d="100"/>
          <a:sy n="47" d="100"/>
        </p:scale>
        <p:origin x="2708" y="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tags" Target="tags/tag4.xml"/><Relationship Id="rId10" Type="http://schemas.openxmlformats.org/officeDocument/2006/relationships/commentAuthors" Target="commentAuthor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748" cy="540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6573" y="0"/>
            <a:ext cx="2919748" cy="540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8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234923"/>
            <a:ext cx="2919748" cy="5406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8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6573" y="10234923"/>
            <a:ext cx="2919748" cy="54064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8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2" name="Shape 142"/>
          <p:cNvSpPr>
            <a:spLocks noGrp="1"/>
          </p:cNvSpPr>
          <p:nvPr>
            <p:ph type="body" sz="quarter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 b="0" i="0">
        <a:latin typeface="微软雅黑" panose="020B0503020204020204" charset="-122"/>
        <a:ea typeface="微软雅黑" panose="020B0503020204020204" charset="-122"/>
        <a:cs typeface="+mn-cs"/>
        <a:sym typeface="等线" panose="02010600030101010101" charset="-122"/>
      </a:defRPr>
    </a:lvl1pPr>
    <a:lvl2pPr indent="228600" latinLnBrk="0">
      <a:defRPr sz="1200">
        <a:latin typeface="+mn-lt"/>
        <a:ea typeface="+mn-ea"/>
        <a:cs typeface="+mn-cs"/>
        <a:sym typeface="等线" panose="02010600030101010101" charset="-122"/>
      </a:defRPr>
    </a:lvl2pPr>
    <a:lvl3pPr indent="457200" latinLnBrk="0">
      <a:defRPr sz="1200">
        <a:latin typeface="+mn-lt"/>
        <a:ea typeface="+mn-ea"/>
        <a:cs typeface="+mn-cs"/>
        <a:sym typeface="等线" panose="02010600030101010101" charset="-122"/>
      </a:defRPr>
    </a:lvl3pPr>
    <a:lvl4pPr indent="685800" latinLnBrk="0">
      <a:defRPr sz="1200">
        <a:latin typeface="+mn-lt"/>
        <a:ea typeface="+mn-ea"/>
        <a:cs typeface="+mn-cs"/>
        <a:sym typeface="等线" panose="02010600030101010101" charset="-122"/>
      </a:defRPr>
    </a:lvl4pPr>
    <a:lvl5pPr indent="914400" latinLnBrk="0">
      <a:defRPr sz="1200">
        <a:latin typeface="+mn-lt"/>
        <a:ea typeface="+mn-ea"/>
        <a:cs typeface="+mn-cs"/>
        <a:sym typeface="等线" panose="02010600030101010101" charset="-122"/>
      </a:defRPr>
    </a:lvl5pPr>
    <a:lvl6pPr indent="1143000" latinLnBrk="0">
      <a:defRPr sz="1200">
        <a:latin typeface="+mn-lt"/>
        <a:ea typeface="+mn-ea"/>
        <a:cs typeface="+mn-cs"/>
        <a:sym typeface="等线" panose="02010600030101010101" charset="-122"/>
      </a:defRPr>
    </a:lvl6pPr>
    <a:lvl7pPr indent="1371600" latinLnBrk="0">
      <a:defRPr sz="1200">
        <a:latin typeface="+mn-lt"/>
        <a:ea typeface="+mn-ea"/>
        <a:cs typeface="+mn-cs"/>
        <a:sym typeface="等线" panose="02010600030101010101" charset="-122"/>
      </a:defRPr>
    </a:lvl7pPr>
    <a:lvl8pPr indent="1600200" latinLnBrk="0">
      <a:defRPr sz="1200">
        <a:latin typeface="+mn-lt"/>
        <a:ea typeface="+mn-ea"/>
        <a:cs typeface="+mn-cs"/>
        <a:sym typeface="等线" panose="02010600030101010101" charset="-122"/>
      </a:defRPr>
    </a:lvl8pPr>
    <a:lvl9pPr indent="1828800" latinLnBrk="0">
      <a:defRPr sz="1200">
        <a:latin typeface="+mn-lt"/>
        <a:ea typeface="+mn-ea"/>
        <a:cs typeface="+mn-cs"/>
        <a:sym typeface="等线" panose="02010600030101010101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8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681163"/>
            <a:ext cx="5157790" cy="823916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0" i="0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>
              <a:buSzTx/>
              <a:buFontTx/>
              <a:buNone/>
              <a:defRPr sz="2400" b="0" i="0">
                <a:latin typeface="微软雅黑" panose="020B0503020204020204" charset="-122"/>
                <a:ea typeface="微软雅黑" panose="020B0503020204020204" charset="-122"/>
              </a:defRPr>
            </a:lvl2pPr>
            <a:lvl3pPr marL="0" indent="0">
              <a:buSzTx/>
              <a:buFontTx/>
              <a:buNone/>
              <a:defRPr sz="2400" b="0" i="0">
                <a:latin typeface="微软雅黑" panose="020B0503020204020204" charset="-122"/>
                <a:ea typeface="微软雅黑" panose="020B0503020204020204" charset="-122"/>
              </a:defRPr>
            </a:lvl3pPr>
            <a:lvl4pPr marL="0" indent="0">
              <a:buSzTx/>
              <a:buFontTx/>
              <a:buNone/>
              <a:defRPr sz="2400" b="0" i="0">
                <a:latin typeface="微软雅黑" panose="020B0503020204020204" charset="-122"/>
                <a:ea typeface="微软雅黑" panose="020B0503020204020204" charset="-122"/>
              </a:defRPr>
            </a:lvl4pPr>
            <a:lvl5pPr marL="0" indent="0">
              <a:buSzTx/>
              <a:buFontTx/>
              <a:buNone/>
              <a:defRPr sz="2400"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8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dirty="0"/>
          </a:p>
        </p:txBody>
      </p:sp>
      <p:sp>
        <p:nvSpPr>
          <p:cNvPr id="8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9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 b="0" i="0">
                <a:latin typeface="微软雅黑" panose="020B0503020204020204" charset="-122"/>
                <a:ea typeface="微软雅黑" panose="020B0503020204020204" charset="-122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105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/>
          <a:lstStyle>
            <a:lvl1pPr>
              <a:defRPr sz="3200" b="0" i="0">
                <a:latin typeface="微软雅黑" panose="020B0503020204020204" charset="-122"/>
                <a:ea typeface="微软雅黑" panose="020B0503020204020204" charset="-122"/>
              </a:defRPr>
            </a:lvl1pPr>
            <a:lvl2pPr marL="718185" indent="-260985">
              <a:defRPr sz="3200" b="0" i="0">
                <a:latin typeface="微软雅黑" panose="020B0503020204020204" charset="-122"/>
                <a:ea typeface="微软雅黑" panose="020B0503020204020204" charset="-122"/>
              </a:defRPr>
            </a:lvl2pPr>
            <a:lvl3pPr marL="1219200" indent="-304800">
              <a:defRPr sz="3200" b="0" i="0">
                <a:latin typeface="微软雅黑" panose="020B0503020204020204" charset="-122"/>
                <a:ea typeface="微软雅黑" panose="020B0503020204020204" charset="-122"/>
              </a:defRPr>
            </a:lvl3pPr>
            <a:lvl4pPr marL="1737360" indent="-365760">
              <a:defRPr sz="3200" b="0" i="0">
                <a:latin typeface="微软雅黑" panose="020B0503020204020204" charset="-122"/>
                <a:ea typeface="微软雅黑" panose="020B0503020204020204" charset="-122"/>
              </a:defRPr>
            </a:lvl4pPr>
            <a:lvl5pPr marL="2194560" indent="-365760">
              <a:defRPr sz="3200"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10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dirty="0"/>
          </a:p>
        </p:txBody>
      </p:sp>
      <p:sp>
        <p:nvSpPr>
          <p:cNvPr id="10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 b="0" i="0">
                <a:latin typeface="微软雅黑" panose="020B0503020204020204" charset="-122"/>
                <a:ea typeface="微软雅黑" panose="020B0503020204020204" charset="-122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115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4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>
            <a:lvl1pPr>
              <a:defRPr b="0" i="0">
                <a:latin typeface="Hei Regular" pitchFamily="2" charset="-122"/>
                <a:ea typeface="Hei Regular" pitchFamily="2" charset="-122"/>
              </a:defRPr>
            </a:lvl1pPr>
          </a:lstStyle>
          <a:p/>
        </p:txBody>
      </p:sp>
      <p:sp>
        <p:nvSpPr>
          <p:cNvPr id="11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 b="0" i="0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>
              <a:buSzTx/>
              <a:buFontTx/>
              <a:buNone/>
              <a:defRPr sz="1600" b="0" i="0">
                <a:latin typeface="微软雅黑" panose="020B0503020204020204" charset="-122"/>
                <a:ea typeface="微软雅黑" panose="020B0503020204020204" charset="-122"/>
              </a:defRPr>
            </a:lvl2pPr>
            <a:lvl3pPr marL="0" indent="0">
              <a:buSzTx/>
              <a:buFontTx/>
              <a:buNone/>
              <a:defRPr sz="1600" b="0" i="0">
                <a:latin typeface="微软雅黑" panose="020B0503020204020204" charset="-122"/>
                <a:ea typeface="微软雅黑" panose="020B0503020204020204" charset="-122"/>
              </a:defRPr>
            </a:lvl3pPr>
            <a:lvl4pPr marL="0" indent="0">
              <a:buSzTx/>
              <a:buFontTx/>
              <a:buNone/>
              <a:defRPr sz="1600" b="0" i="0">
                <a:latin typeface="微软雅黑" panose="020B0503020204020204" charset="-122"/>
                <a:ea typeface="微软雅黑" panose="020B0503020204020204" charset="-122"/>
              </a:defRPr>
            </a:lvl4pPr>
            <a:lvl5pPr marL="0" indent="0">
              <a:buSzTx/>
              <a:buFontTx/>
              <a:buNone/>
              <a:defRPr sz="1600"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134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="0" i="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="0" i="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="0" i="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35"/>
            </a:lvl1pPr>
            <a:lvl2pPr marL="457200" indent="0" algn="ctr">
              <a:buNone/>
              <a:defRPr sz="201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585"/>
            </a:lvl4pPr>
            <a:lvl5pPr marL="1828165" indent="0" algn="ctr">
              <a:buNone/>
              <a:defRPr sz="1585"/>
            </a:lvl5pPr>
            <a:lvl6pPr marL="2286000" indent="0" algn="ctr">
              <a:buNone/>
              <a:defRPr sz="1585"/>
            </a:lvl6pPr>
            <a:lvl7pPr marL="2742565" indent="0" algn="ctr">
              <a:buNone/>
              <a:defRPr sz="1585"/>
            </a:lvl7pPr>
            <a:lvl8pPr marL="3199765" indent="0" algn="ctr">
              <a:buNone/>
              <a:defRPr sz="1585"/>
            </a:lvl8pPr>
            <a:lvl9pPr marL="3656965" indent="0" algn="ctr">
              <a:buNone/>
              <a:defRPr sz="158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endParaRPr kumimoji="1" lang="zh-CN" altLang="en-US"/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67508" y="6400415"/>
            <a:ext cx="286293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 b="0" i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30641" y="6400416"/>
            <a:ext cx="323161" cy="276995"/>
          </a:xfrm>
        </p:spPr>
        <p:txBody>
          <a:bodyPr/>
          <a:lstStyle/>
          <a:p>
            <a:fld id="{5A91BCD2-8BF3-1742-8099-0EBEF2398C2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"/>
          <p:cNvSpPr txBox="1"/>
          <p:nvPr/>
        </p:nvSpPr>
        <p:spPr>
          <a:xfrm>
            <a:off x="4318001" y="2971799"/>
            <a:ext cx="3556000" cy="238840"/>
          </a:xfrm>
          <a:prstGeom prst="rect">
            <a:avLst/>
          </a:prstGeom>
          <a:ln w="12700">
            <a:miter lim="400000"/>
          </a:ln>
        </p:spPr>
        <p:txBody>
          <a:bodyPr lIns="45716" tIns="45716" rIns="45716" bIns="45716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sz="315" b="0" i="0">
                <a:latin typeface="Hei Regular" pitchFamily="2" charset="-122"/>
                <a:ea typeface="Hei Regular" pitchFamily="2" charset="-122"/>
              </a:rPr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  <a:endParaRPr sz="315" b="0" i="0">
              <a:latin typeface="Hei Regular" pitchFamily="2" charset="-122"/>
              <a:ea typeface="Hei Regular" pitchFamily="2" charset="-122"/>
            </a:endParaRPr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sz="635" b="0" i="0" err="1">
                <a:latin typeface="Hei Regular" pitchFamily="2" charset="-122"/>
                <a:ea typeface="Hei Regular" pitchFamily="2" charset="-122"/>
              </a:rPr>
              <a:t>ibaotu.com</a:t>
            </a:r>
            <a:endParaRPr sz="635" b="0" i="0">
              <a:latin typeface="Hei Regular" pitchFamily="2" charset="-122"/>
              <a:ea typeface="Hei Regular" pitchFamily="2" charset="-122"/>
            </a:endParaRPr>
          </a:p>
        </p:txBody>
      </p:sp>
      <p:sp>
        <p:nvSpPr>
          <p:cNvPr id="2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610412" y="6490735"/>
            <a:ext cx="337589" cy="287767"/>
          </a:xfrm>
          <a:prstGeom prst="rect">
            <a:avLst/>
          </a:prstGeom>
        </p:spPr>
        <p:txBody>
          <a:bodyPr/>
          <a:lstStyle>
            <a:lvl1pPr>
              <a:defRPr sz="1270" b="0" i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Arial" panose="020B0604020202020204"/>
                <a:sym typeface="Arial" panose="020B0604020202020204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图片占位符 8"/>
          <p:cNvSpPr>
            <a:spLocks noGrp="1"/>
          </p:cNvSpPr>
          <p:nvPr>
            <p:ph type="pic" sz="quarter" idx="10"/>
          </p:nvPr>
        </p:nvSpPr>
        <p:spPr>
          <a:xfrm>
            <a:off x="1866900" y="0"/>
            <a:ext cx="5772150" cy="6858000"/>
          </a:xfrm>
          <a:custGeom>
            <a:avLst/>
            <a:gdLst>
              <a:gd name="connsiteX0" fmla="*/ 2671928 w 5772150"/>
              <a:gd name="connsiteY0" fmla="*/ 0 h 6858000"/>
              <a:gd name="connsiteX1" fmla="*/ 5772150 w 5772150"/>
              <a:gd name="connsiteY1" fmla="*/ 0 h 6858000"/>
              <a:gd name="connsiteX2" fmla="*/ 3100222 w 5772150"/>
              <a:gd name="connsiteY2" fmla="*/ 6858000 h 6858000"/>
              <a:gd name="connsiteX3" fmla="*/ 0 w 577215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50" h="6858000">
                <a:moveTo>
                  <a:pt x="2671928" y="0"/>
                </a:moveTo>
                <a:lnTo>
                  <a:pt x="5772150" y="0"/>
                </a:lnTo>
                <a:lnTo>
                  <a:pt x="3100222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"/>
          <p:cNvSpPr txBox="1"/>
          <p:nvPr/>
        </p:nvSpPr>
        <p:spPr>
          <a:xfrm>
            <a:off x="4318001" y="2971799"/>
            <a:ext cx="3556000" cy="238840"/>
          </a:xfrm>
          <a:prstGeom prst="rect">
            <a:avLst/>
          </a:prstGeom>
          <a:ln w="12700">
            <a:miter lim="400000"/>
          </a:ln>
        </p:spPr>
        <p:txBody>
          <a:bodyPr lIns="45716" tIns="45716" rIns="45716" bIns="45716">
            <a:spAutoFit/>
          </a:bodyPr>
          <a:lstStyle/>
          <a:p>
            <a:pPr>
              <a:defRPr sz="300">
                <a:solidFill>
                  <a:srgbClr val="FFFFFF">
                    <a:alpha val="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sz="315" b="0" i="0"/>
              <a:t>感谢您下载包图网平台上提供的PPT作品，为了您和包图网以及原创作者的利益，请勿复制、传播、销售，否则将承担法律责任！包图网将对作品进行维权，按照传播下载次数进行十倍的索取赔偿！</a:t>
            </a:r>
            <a:endParaRPr sz="315" b="0" i="0"/>
          </a:p>
          <a:p>
            <a:pPr>
              <a:defRPr sz="600">
                <a:solidFill>
                  <a:srgbClr val="FFFFFF">
                    <a:alpha val="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pPr>
            <a:r>
              <a:rPr sz="635" b="0" i="0" err="1"/>
              <a:t>ibaotu.com</a:t>
            </a:r>
            <a:endParaRPr sz="635" b="0" i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67508" y="6400415"/>
            <a:ext cx="286293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 b="0" i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71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38200" y="1825624"/>
            <a:ext cx="5181600" cy="4351339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="0" i="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="0" i="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="0" i="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7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7578" y="6403171"/>
            <a:ext cx="316224" cy="27148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8" y="365126"/>
            <a:ext cx="10515601" cy="1325563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8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681163"/>
            <a:ext cx="5157790" cy="823916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35" b="0" i="0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>
              <a:buSzTx/>
              <a:buFontTx/>
              <a:buNone/>
              <a:defRPr sz="2435" b="0" i="0">
                <a:latin typeface="微软雅黑" panose="020B0503020204020204" charset="-122"/>
                <a:ea typeface="微软雅黑" panose="020B0503020204020204" charset="-122"/>
              </a:defRPr>
            </a:lvl2pPr>
            <a:lvl3pPr marL="0" indent="0">
              <a:buSzTx/>
              <a:buFontTx/>
              <a:buNone/>
              <a:defRPr sz="2435" b="0" i="0">
                <a:latin typeface="微软雅黑" panose="020B0503020204020204" charset="-122"/>
                <a:ea typeface="微软雅黑" panose="020B0503020204020204" charset="-122"/>
              </a:defRPr>
            </a:lvl3pPr>
            <a:lvl4pPr marL="0" indent="0">
              <a:buSzTx/>
              <a:buFontTx/>
              <a:buNone/>
              <a:defRPr sz="2435" b="0" i="0">
                <a:latin typeface="微软雅黑" panose="020B0503020204020204" charset="-122"/>
                <a:ea typeface="微软雅黑" panose="020B0503020204020204" charset="-122"/>
              </a:defRPr>
            </a:lvl4pPr>
            <a:lvl5pPr marL="0" indent="0">
              <a:buSzTx/>
              <a:buFontTx/>
              <a:buNone/>
              <a:defRPr sz="2435"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8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dirty="0"/>
          </a:p>
        </p:txBody>
      </p:sp>
      <p:sp>
        <p:nvSpPr>
          <p:cNvPr id="8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7578" y="6403171"/>
            <a:ext cx="316224" cy="27148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9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7578" y="6403171"/>
            <a:ext cx="316224" cy="27148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7578" y="6403171"/>
            <a:ext cx="316224" cy="27148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1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175" b="0" i="0">
                <a:latin typeface="微软雅黑" panose="020B0503020204020204" charset="-122"/>
                <a:ea typeface="微软雅黑" panose="020B0503020204020204" charset="-122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105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3187" y="987426"/>
            <a:ext cx="6172204" cy="4873625"/>
          </a:xfrm>
          <a:prstGeom prst="rect">
            <a:avLst/>
          </a:prstGeom>
        </p:spPr>
        <p:txBody>
          <a:bodyPr/>
          <a:lstStyle>
            <a:lvl1pPr>
              <a:defRPr sz="3175" b="0" i="0">
                <a:latin typeface="微软雅黑" panose="020B0503020204020204" charset="-122"/>
                <a:ea typeface="微软雅黑" panose="020B0503020204020204" charset="-122"/>
              </a:defRPr>
            </a:lvl1pPr>
            <a:lvl2pPr marL="718185" indent="-260985">
              <a:defRPr sz="3175" b="0" i="0">
                <a:latin typeface="微软雅黑" panose="020B0503020204020204" charset="-122"/>
                <a:ea typeface="微软雅黑" panose="020B0503020204020204" charset="-122"/>
              </a:defRPr>
            </a:lvl2pPr>
            <a:lvl3pPr marL="1218565" indent="-304800">
              <a:defRPr sz="3175" b="0" i="0">
                <a:latin typeface="微软雅黑" panose="020B0503020204020204" charset="-122"/>
                <a:ea typeface="微软雅黑" panose="020B0503020204020204" charset="-122"/>
              </a:defRPr>
            </a:lvl3pPr>
            <a:lvl4pPr marL="1737360" indent="-365760">
              <a:defRPr sz="3175" b="0" i="0">
                <a:latin typeface="微软雅黑" panose="020B0503020204020204" charset="-122"/>
                <a:ea typeface="微软雅黑" panose="020B0503020204020204" charset="-122"/>
              </a:defRPr>
            </a:lvl4pPr>
            <a:lvl5pPr marL="2194560" indent="-365760">
              <a:defRPr sz="3175"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10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dirty="0"/>
          </a:p>
        </p:txBody>
      </p:sp>
      <p:sp>
        <p:nvSpPr>
          <p:cNvPr id="10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7578" y="6403171"/>
            <a:ext cx="316224" cy="27148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1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175" b="0" i="0">
                <a:latin typeface="微软雅黑" panose="020B0503020204020204" charset="-122"/>
                <a:ea typeface="微软雅黑" panose="020B0503020204020204" charset="-122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115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5183187" y="987426"/>
            <a:ext cx="6172204" cy="4873625"/>
          </a:xfrm>
          <a:prstGeom prst="rect">
            <a:avLst/>
          </a:prstGeom>
        </p:spPr>
        <p:txBody>
          <a:bodyPr lIns="86410" tIns="43204" rIns="86410" bIns="43204">
            <a:noAutofit/>
          </a:bodyPr>
          <a:lstStyle>
            <a:lvl1pPr>
              <a:defRPr b="0" i="0">
                <a:latin typeface="Hei Regular" pitchFamily="2" charset="-122"/>
                <a:ea typeface="Hei Regular" pitchFamily="2" charset="-122"/>
              </a:defRPr>
            </a:lvl1pPr>
          </a:lstStyle>
          <a:p/>
        </p:txBody>
      </p:sp>
      <p:sp>
        <p:nvSpPr>
          <p:cNvPr id="116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85" b="0" i="0">
                <a:latin typeface="微软雅黑" panose="020B0503020204020204" charset="-122"/>
                <a:ea typeface="微软雅黑" panose="020B0503020204020204" charset="-122"/>
              </a:defRPr>
            </a:lvl1pPr>
            <a:lvl2pPr marL="0" indent="0">
              <a:buSzTx/>
              <a:buFontTx/>
              <a:buNone/>
              <a:defRPr sz="1585" b="0" i="0">
                <a:latin typeface="微软雅黑" panose="020B0503020204020204" charset="-122"/>
                <a:ea typeface="微软雅黑" panose="020B0503020204020204" charset="-122"/>
              </a:defRPr>
            </a:lvl2pPr>
            <a:lvl3pPr marL="0" indent="0">
              <a:buSzTx/>
              <a:buFontTx/>
              <a:buNone/>
              <a:defRPr sz="1585" b="0" i="0">
                <a:latin typeface="微软雅黑" panose="020B0503020204020204" charset="-122"/>
                <a:ea typeface="微软雅黑" panose="020B0503020204020204" charset="-122"/>
              </a:defRPr>
            </a:lvl3pPr>
            <a:lvl4pPr marL="0" indent="0">
              <a:buSzTx/>
              <a:buFontTx/>
              <a:buNone/>
              <a:defRPr sz="1585" b="0" i="0">
                <a:latin typeface="微软雅黑" panose="020B0503020204020204" charset="-122"/>
                <a:ea typeface="微软雅黑" panose="020B0503020204020204" charset="-122"/>
              </a:defRPr>
            </a:lvl4pPr>
            <a:lvl5pPr marL="0" indent="0">
              <a:buSzTx/>
              <a:buFontTx/>
              <a:buNone/>
              <a:defRPr sz="1585"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11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7578" y="6403171"/>
            <a:ext cx="316224" cy="27148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125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="0" i="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="0" i="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="0" i="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12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7578" y="6403171"/>
            <a:ext cx="316224" cy="27148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dirty="0" err="1"/>
              <a:t>标题文本</a:t>
            </a:r>
            <a:endParaRPr dirty="0"/>
          </a:p>
        </p:txBody>
      </p:sp>
      <p:sp>
        <p:nvSpPr>
          <p:cNvPr id="134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b="0" i="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="0" i="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="0" i="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="0" i="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13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37578" y="6403171"/>
            <a:ext cx="316224" cy="27148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30641" y="6400416"/>
            <a:ext cx="323161" cy="276995"/>
          </a:xfrm>
          <a:prstGeom prst="rect">
            <a:avLst/>
          </a:prstGeom>
        </p:spPr>
        <p:txBody>
          <a:bodyPr/>
          <a:lstStyle/>
          <a:p>
            <a:fld id="{5A91BCD2-8BF3-1742-8099-0EBEF2398C22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3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35"/>
            </a:lvl1pPr>
            <a:lvl2pPr marL="457200" indent="0" algn="ctr">
              <a:buNone/>
              <a:defRPr sz="201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585"/>
            </a:lvl4pPr>
            <a:lvl5pPr marL="1828165" indent="0" algn="ctr">
              <a:buNone/>
              <a:defRPr sz="1585"/>
            </a:lvl5pPr>
            <a:lvl6pPr marL="2286000" indent="0" algn="ctr">
              <a:buNone/>
              <a:defRPr sz="1585"/>
            </a:lvl6pPr>
            <a:lvl7pPr marL="2742565" indent="0" algn="ctr">
              <a:buNone/>
              <a:defRPr sz="1585"/>
            </a:lvl7pPr>
            <a:lvl8pPr marL="3199765" indent="0" algn="ctr">
              <a:buNone/>
              <a:defRPr sz="1585"/>
            </a:lvl8pPr>
            <a:lvl9pPr marL="3656965" indent="0" algn="ctr">
              <a:buNone/>
              <a:defRPr sz="158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lIns="91440" tIns="45720" rIns="91440" bIns="45720"/>
          <a:lstStyle/>
          <a:p>
            <a:endParaRPr kumimoji="1" lang="zh-CN" altLang="en-US"/>
          </a:p>
        </p:txBody>
      </p:sp>
      <p:sp>
        <p:nvSpPr>
          <p:cNvPr id="7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67508" y="6400415"/>
            <a:ext cx="286293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 b="0" i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037578" y="6403171"/>
            <a:ext cx="316224" cy="271486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67508" y="6400415"/>
            <a:ext cx="286293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 b="0" i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131281"/>
            <a:ext cx="2540300" cy="105507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hf sldNum="0" hdr="0" ftr="0" dt="0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3204" tIns="43204" rIns="43204" bIns="43204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1" y="1825624"/>
            <a:ext cx="10515600" cy="4351339"/>
          </a:xfrm>
          <a:prstGeom prst="rect">
            <a:avLst/>
          </a:prstGeom>
          <a:ln w="12700">
            <a:miter lim="400000"/>
          </a:ln>
        </p:spPr>
        <p:txBody>
          <a:bodyPr lIns="43204" tIns="43204" rIns="43204" bIns="43204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2" t="20748" r="5290" b="14163"/>
          <a:stretch>
            <a:fillRect/>
          </a:stretch>
        </p:blipFill>
        <p:spPr>
          <a:xfrm>
            <a:off x="9393219" y="365126"/>
            <a:ext cx="1960584" cy="602403"/>
          </a:xfrm>
          <a:prstGeom prst="rect">
            <a:avLst/>
          </a:prstGeom>
        </p:spPr>
      </p:pic>
      <p:sp>
        <p:nvSpPr>
          <p:cNvPr id="6" name="幻灯片编号"/>
          <p:cNvSpPr txBox="1">
            <a:spLocks noGrp="1"/>
          </p:cNvSpPr>
          <p:nvPr>
            <p:ph type="sldNum" sz="quarter" idx="4"/>
          </p:nvPr>
        </p:nvSpPr>
        <p:spPr>
          <a:xfrm>
            <a:off x="11067508" y="6400415"/>
            <a:ext cx="286293" cy="27699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 b="0" i="0">
                <a:solidFill>
                  <a:srgbClr val="888888"/>
                </a:solidFill>
                <a:latin typeface="微软雅黑" panose="020B0503020204020204" charset="-122"/>
                <a:ea typeface="微软雅黑" panose="020B0503020204020204" charset="-122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ransition spd="med"/>
  <p:hf sldNum="0" hdr="0" ftr="0" dt="0"/>
  <p:txStyles>
    <p:titleStyle>
      <a:lvl1pPr marL="0" marR="0" indent="0" algn="l" defTabSz="91376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45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  <a:sym typeface="微软雅黑" panose="020B0503020204020204" charset="-122"/>
        </a:defRPr>
      </a:lvl1pPr>
      <a:lvl2pPr marL="0" marR="0" indent="0" algn="l" defTabSz="91376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45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2pPr>
      <a:lvl3pPr marL="0" marR="0" indent="0" algn="l" defTabSz="91376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45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3pPr>
      <a:lvl4pPr marL="0" marR="0" indent="0" algn="l" defTabSz="91376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45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4pPr>
      <a:lvl5pPr marL="0" marR="0" indent="0" algn="l" defTabSz="91376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45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5pPr>
      <a:lvl6pPr marL="0" marR="0" indent="0" algn="l" defTabSz="91376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45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91376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45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91376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45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913765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45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28600" marR="0" indent="-228600" algn="l" defTabSz="913765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75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1pPr>
      <a:lvl2pPr marL="723900" marR="0" indent="-266700" algn="l" defTabSz="913765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75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2pPr>
      <a:lvl3pPr marL="1234440" marR="0" indent="-320040" algn="l" defTabSz="913765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75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3pPr>
      <a:lvl4pPr marL="1726565" marR="0" indent="-355600" algn="l" defTabSz="913765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75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4pPr>
      <a:lvl5pPr marL="2184400" marR="0" indent="-355600" algn="l" defTabSz="913765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750" b="0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charset="-122"/>
          <a:ea typeface="微软雅黑" panose="020B0503020204020204" charset="-122"/>
          <a:cs typeface="Calibri" panose="020F0502020204030204"/>
          <a:sym typeface="Calibri" panose="020F0502020204030204"/>
        </a:defRPr>
      </a:lvl5pPr>
      <a:lvl6pPr marL="2640965" marR="0" indent="-355600" algn="l" defTabSz="913765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75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3098800" marR="0" indent="-355600" algn="l" defTabSz="913765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75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555365" marR="0" indent="-355600" algn="l" defTabSz="913765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75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4012565" marR="0" indent="-355600" algn="l" defTabSz="913765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75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565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6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565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6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565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6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565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6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565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6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565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6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565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6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565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6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5656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65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tags" Target="../tags/tag3.xml"/><Relationship Id="rId3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48435" y="4803775"/>
            <a:ext cx="8442325" cy="9264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eaLnBrk="1">
              <a:lnSpc>
                <a:spcPct val="150000"/>
              </a:lnSpc>
            </a:pPr>
            <a:r>
              <a:rPr lang="zh-CN" altLang="en-US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📞</a:t>
            </a:r>
            <a:r>
              <a:rPr lang="en-US" altLang="zh-CN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总机：+86(021)60712256 </a:t>
            </a:r>
            <a:r>
              <a:rPr lang="en-US" altLang="zh-CN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sz="1165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altLang="zh-CN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</a:t>
            </a:r>
            <a:r>
              <a:rPr lang="zh-CN" altLang="en-US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📧</a:t>
            </a:r>
            <a:r>
              <a:rPr lang="en-US" altLang="zh-CN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邮箱：zoch@shzoch.com</a:t>
            </a:r>
            <a:endParaRPr lang="zh-CN" altLang="en-US" sz="1165" b="1" kern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>
              <a:lnSpc>
                <a:spcPct val="150000"/>
              </a:lnSpc>
            </a:pPr>
            <a:r>
              <a:rPr lang="en-US" altLang="zh-CN" sz="1165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zh-CN" altLang="en-US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公司总部：上海市闵行区申虹路1188号恒基旭辉中心北区7号楼东</a:t>
            </a:r>
            <a:endParaRPr lang="zh-CN" altLang="en-US" sz="1165" b="1" kern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>
              <a:lnSpc>
                <a:spcPct val="150000"/>
              </a:lnSpc>
            </a:pPr>
            <a:r>
              <a:rPr lang="zh-CN" altLang="en-US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上海基地：上海市化学工业区奉贤分区苍工路528号</a:t>
            </a:r>
            <a:r>
              <a:rPr lang="en-US" altLang="zh-CN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</a:t>
            </a:r>
            <a:r>
              <a:rPr lang="zh-CN" altLang="en-US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合肥基地：合肥市</a:t>
            </a:r>
            <a:r>
              <a:rPr lang="zh-CN" altLang="en-US" sz="1165" b="1" kern="2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庐江经济</a:t>
            </a:r>
            <a:r>
              <a:rPr lang="zh-CN" altLang="en-US" sz="1165" b="1" kern="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开发区中塘路99号</a:t>
            </a:r>
            <a:endParaRPr lang="zh-CN" altLang="en-US" sz="1165" b="1" kern="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372063" y="4261175"/>
            <a:ext cx="9595699" cy="672"/>
          </a:xfrm>
          <a:prstGeom prst="line">
            <a:avLst/>
          </a:prstGeom>
          <a:ln w="28575" cmpd="sng">
            <a:gradFill>
              <a:gsLst>
                <a:gs pos="0">
                  <a:schemeClr val="accent2">
                    <a:lumMod val="75000"/>
                  </a:schemeClr>
                </a:gs>
                <a:gs pos="48000">
                  <a:schemeClr val="accent1">
                    <a:lumMod val="75000"/>
                    <a:alpha val="63000"/>
                  </a:schemeClr>
                </a:gs>
                <a:gs pos="55000">
                  <a:srgbClr val="00B050">
                    <a:alpha val="58000"/>
                  </a:srgbClr>
                </a:gs>
                <a:gs pos="84000">
                  <a:srgbClr val="00A94C">
                    <a:lumMod val="98000"/>
                  </a:srgbClr>
                </a:gs>
                <a:gs pos="100000">
                  <a:srgbClr val="00B050"/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372062" y="4286582"/>
            <a:ext cx="4063776" cy="287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7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www.shzoch.com</a:t>
            </a:r>
            <a:r>
              <a:rPr lang="en-US" altLang="zh-CN" sz="127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altLang="en-US" sz="127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官网</a:t>
            </a:r>
            <a:endParaRPr lang="zh-CN" altLang="en-US" sz="127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1"/>
            </p:custDataLst>
          </p:nvPr>
        </p:nvCxnSpPr>
        <p:spPr>
          <a:xfrm>
            <a:off x="1371391" y="4677094"/>
            <a:ext cx="9595699" cy="672"/>
          </a:xfrm>
          <a:prstGeom prst="line">
            <a:avLst/>
          </a:prstGeom>
          <a:ln w="28575" cmpd="sng">
            <a:gradFill>
              <a:gsLst>
                <a:gs pos="0">
                  <a:schemeClr val="accent2">
                    <a:lumMod val="75000"/>
                  </a:schemeClr>
                </a:gs>
                <a:gs pos="48000">
                  <a:schemeClr val="accent1">
                    <a:lumMod val="75000"/>
                    <a:alpha val="63000"/>
                  </a:schemeClr>
                </a:gs>
                <a:gs pos="55000">
                  <a:srgbClr val="00B050">
                    <a:alpha val="58000"/>
                  </a:srgbClr>
                </a:gs>
                <a:gs pos="84000">
                  <a:srgbClr val="00A94C">
                    <a:lumMod val="98000"/>
                  </a:srgbClr>
                </a:gs>
                <a:gs pos="100000">
                  <a:srgbClr val="00B050"/>
                </a:gs>
              </a:gsLst>
              <a:path path="circle">
                <a:fillToRect t="100000" r="100000"/>
              </a:path>
              <a:tileRect l="-100000" b="-100000"/>
            </a:gradFill>
            <a:prstDash val="solid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539747" y="5172467"/>
            <a:ext cx="150900" cy="16140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36951" y="5489921"/>
            <a:ext cx="152291" cy="148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  <p:tag name="KSO_WM_UNIT_PLACING_PICTURE_USER_VIEWPORT" val="{&quot;height&quot;:3075,&quot;width&quot;:2895}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04a6b77b-2ed5-4913-af53-59a35d91aee6"/>
  <p:tag name="COMMONDATA" val="eyJoZGlkIjoiYWFmMzk1ZTk3NDYyOTBlZDFkOTAzNzU0OTI1NDkyYzMifQ=="/>
  <p:tag name="commondata" val="eyJoZGlkIjoiNDJkNzI2NzI4OTE5YTAyOWZjYTM4YWRhZWQzZjFkYzkifQ==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00000"/>
        </a:solidFill>
        <a:ln w="25400" cap="flat">
          <a:solidFill>
            <a:srgbClr val="C00000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charset="-122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</Words>
  <Application>WPS 演示</Application>
  <PresentationFormat>宽屏</PresentationFormat>
  <Paragraphs>6</Paragraphs>
  <Slides>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等线</vt:lpstr>
      <vt:lpstr>微软雅黑</vt:lpstr>
      <vt:lpstr>Calibri</vt:lpstr>
      <vt:lpstr>Heiti SC Medium</vt:lpstr>
      <vt:lpstr>Arial</vt:lpstr>
      <vt:lpstr>Calibri Light</vt:lpstr>
      <vt:lpstr>Hei Regular</vt:lpstr>
      <vt:lpstr>包图主题2</vt:lpstr>
      <vt:lpstr>元素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曹萍萍</dc:creator>
  <cp:lastModifiedBy>zm</cp:lastModifiedBy>
  <cp:revision>61</cp:revision>
  <cp:lastPrinted>2024-11-07T00:33:00Z</cp:lastPrinted>
  <dcterms:created xsi:type="dcterms:W3CDTF">2024-11-07T01:07:00Z</dcterms:created>
  <dcterms:modified xsi:type="dcterms:W3CDTF">2026-06-24T09:59:19Z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2052-12.8.2.18205</vt:lpwstr>
  </property>
  <property fmtid="{D5CDD505-2E9C-101B-9397-08002B2CF9AE}" pid="3" name="ICV">
    <vt:lpwstr>2FA8582B4C47403ABF43033591CB7B56_13</vt:lpwstr>
  </property>
</Properties>
</file>